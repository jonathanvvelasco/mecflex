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7" r:id="rId2"/>
    <p:sldId id="284" r:id="rId3"/>
    <p:sldId id="285" r:id="rId4"/>
    <p:sldId id="283" r:id="rId5"/>
    <p:sldId id="286" r:id="rId6"/>
    <p:sldId id="288" r:id="rId7"/>
    <p:sldId id="289" r:id="rId8"/>
    <p:sldId id="291" r:id="rId9"/>
    <p:sldId id="292" r:id="rId10"/>
    <p:sldId id="259" r:id="rId11"/>
    <p:sldId id="272" r:id="rId12"/>
    <p:sldId id="277" r:id="rId13"/>
    <p:sldId id="273" r:id="rId14"/>
    <p:sldId id="274" r:id="rId15"/>
    <p:sldId id="275" r:id="rId16"/>
    <p:sldId id="287" r:id="rId17"/>
    <p:sldId id="278" r:id="rId18"/>
    <p:sldId id="279" r:id="rId19"/>
    <p:sldId id="280" r:id="rId20"/>
    <p:sldId id="281" r:id="rId21"/>
    <p:sldId id="282" r:id="rId22"/>
    <p:sldId id="276" r:id="rId23"/>
    <p:sldId id="267" r:id="rId24"/>
    <p:sldId id="268" r:id="rId25"/>
    <p:sldId id="269" r:id="rId26"/>
    <p:sldId id="270" r:id="rId27"/>
    <p:sldId id="271" r:id="rId28"/>
    <p:sldId id="266" r:id="rId29"/>
    <p:sldId id="262" r:id="rId30"/>
    <p:sldId id="263" r:id="rId31"/>
    <p:sldId id="264" r:id="rId32"/>
    <p:sldId id="265" r:id="rId33"/>
    <p:sldId id="258" r:id="rId34"/>
  </p:sldIdLst>
  <p:sldSz cx="12195175" cy="6858000"/>
  <p:notesSz cx="6858000" cy="9144000"/>
  <p:defaultTextStyle>
    <a:defPPr>
      <a:defRPr lang="pt-BR"/>
    </a:defPPr>
    <a:lvl1pPr algn="ctr" rtl="0" fontAlgn="base">
      <a:spcBef>
        <a:spcPct val="0"/>
      </a:spcBef>
      <a:spcAft>
        <a:spcPct val="0"/>
      </a:spcAft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rgbClr val="333333"/>
        </a:solidFill>
        <a:latin typeface="Candara" panose="020E0502030303020204" pitchFamily="34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Seção Padrão" id="{DEEB6C09-374F-4FCD-B7BA-A339B1A44843}">
          <p14:sldIdLst>
            <p14:sldId id="257"/>
          </p14:sldIdLst>
        </p14:section>
        <p14:section name="Metodologia" id="{59FC09B0-0053-4063-8F36-66D3FB2D11EC}">
          <p14:sldIdLst>
            <p14:sldId id="284"/>
            <p14:sldId id="285"/>
            <p14:sldId id="283"/>
            <p14:sldId id="286"/>
            <p14:sldId id="288"/>
            <p14:sldId id="289"/>
            <p14:sldId id="291"/>
            <p14:sldId id="292"/>
            <p14:sldId id="259"/>
          </p14:sldIdLst>
        </p14:section>
        <p14:section name="Geração" id="{E41C9C0F-15AE-49A7-812D-C311E5BFA4CA}">
          <p14:sldIdLst>
            <p14:sldId id="272"/>
            <p14:sldId id="277"/>
            <p14:sldId id="273"/>
            <p14:sldId id="274"/>
            <p14:sldId id="275"/>
            <p14:sldId id="287"/>
          </p14:sldIdLst>
        </p14:section>
        <p14:section name="Diferença" id="{8FD9E940-D0AF-4AB9-A51A-9B5C87C392AC}">
          <p14:sldIdLst>
            <p14:sldId id="278"/>
            <p14:sldId id="279"/>
            <p14:sldId id="280"/>
            <p14:sldId id="281"/>
            <p14:sldId id="282"/>
          </p14:sldIdLst>
        </p14:section>
        <p14:section name="Modulação" id="{273D097D-2835-4D82-A547-6316E2757DCB}">
          <p14:sldIdLst>
            <p14:sldId id="276"/>
            <p14:sldId id="267"/>
            <p14:sldId id="268"/>
            <p14:sldId id="269"/>
            <p14:sldId id="270"/>
            <p14:sldId id="271"/>
          </p14:sldIdLst>
        </p14:section>
        <p14:section name="Valoração" id="{389E67C1-5D68-4E8B-862A-7024F6A4A20F}">
          <p14:sldIdLst>
            <p14:sldId id="266"/>
            <p14:sldId id="262"/>
            <p14:sldId id="263"/>
            <p14:sldId id="264"/>
            <p14:sldId id="265"/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9511"/>
    <a:srgbClr val="49BFB3"/>
    <a:srgbClr val="FF9933"/>
    <a:srgbClr val="24B2A4"/>
    <a:srgbClr val="CC0000"/>
    <a:srgbClr val="0EB0A3"/>
    <a:srgbClr val="F49500"/>
    <a:srgbClr val="438D55"/>
    <a:srgbClr val="66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113BAD-CFC1-4EDE-91C0-78EF1BCCA407}" v="164" dt="2025-06-09T01:03:44.0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4660"/>
  </p:normalViewPr>
  <p:slideViewPr>
    <p:cSldViewPr>
      <p:cViewPr varScale="1">
        <p:scale>
          <a:sx n="78" d="100"/>
          <a:sy n="78" d="100"/>
        </p:scale>
        <p:origin x="835" y="43"/>
      </p:cViewPr>
      <p:guideLst>
        <p:guide orient="horz" pos="21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Veiga Velasco Costa" userId="400ccd91-027a-41e2-a8a4-2c6d96effa8c" providerId="ADAL" clId="{98113BAD-CFC1-4EDE-91C0-78EF1BCCA407}"/>
    <pc:docChg chg="undo custSel addSld delSld modSld sldOrd modSection">
      <pc:chgData name="Jonathan Veiga Velasco Costa" userId="400ccd91-027a-41e2-a8a4-2c6d96effa8c" providerId="ADAL" clId="{98113BAD-CFC1-4EDE-91C0-78EF1BCCA407}" dt="2025-06-09T02:14:55.322" v="1479" actId="20577"/>
      <pc:docMkLst>
        <pc:docMk/>
      </pc:docMkLst>
      <pc:sldChg chg="modSp mod">
        <pc:chgData name="Jonathan Veiga Velasco Costa" userId="400ccd91-027a-41e2-a8a4-2c6d96effa8c" providerId="ADAL" clId="{98113BAD-CFC1-4EDE-91C0-78EF1BCCA407}" dt="2025-06-09T02:14:55.322" v="1479" actId="20577"/>
        <pc:sldMkLst>
          <pc:docMk/>
          <pc:sldMk cId="0" sldId="257"/>
        </pc:sldMkLst>
        <pc:spChg chg="mod">
          <ac:chgData name="Jonathan Veiga Velasco Costa" userId="400ccd91-027a-41e2-a8a4-2c6d96effa8c" providerId="ADAL" clId="{98113BAD-CFC1-4EDE-91C0-78EF1BCCA407}" dt="2025-06-09T01:42:40.605" v="1425" actId="1076"/>
          <ac:spMkLst>
            <pc:docMk/>
            <pc:sldMk cId="0" sldId="257"/>
            <ac:spMk id="5" creationId="{014CD8FE-D681-B485-35E1-29406CB010CE}"/>
          </ac:spMkLst>
        </pc:spChg>
        <pc:spChg chg="mod">
          <ac:chgData name="Jonathan Veiga Velasco Costa" userId="400ccd91-027a-41e2-a8a4-2c6d96effa8c" providerId="ADAL" clId="{98113BAD-CFC1-4EDE-91C0-78EF1BCCA407}" dt="2025-06-09T02:14:55.322" v="1479" actId="20577"/>
          <ac:spMkLst>
            <pc:docMk/>
            <pc:sldMk cId="0" sldId="257"/>
            <ac:spMk id="2050" creationId="{C016AF52-B2E1-71FE-8735-F9F1D7C3D1EF}"/>
          </ac:spMkLst>
        </pc:spChg>
        <pc:spChg chg="mod">
          <ac:chgData name="Jonathan Veiga Velasco Costa" userId="400ccd91-027a-41e2-a8a4-2c6d96effa8c" providerId="ADAL" clId="{98113BAD-CFC1-4EDE-91C0-78EF1BCCA407}" dt="2025-06-09T01:43:00.095" v="1461" actId="20577"/>
          <ac:spMkLst>
            <pc:docMk/>
            <pc:sldMk cId="0" sldId="257"/>
            <ac:spMk id="2055" creationId="{E4B5A0CE-FA4A-148A-0903-51F6C8BD36B0}"/>
          </ac:spMkLst>
        </pc:spChg>
      </pc:sldChg>
      <pc:sldChg chg="ord">
        <pc:chgData name="Jonathan Veiga Velasco Costa" userId="400ccd91-027a-41e2-a8a4-2c6d96effa8c" providerId="ADAL" clId="{98113BAD-CFC1-4EDE-91C0-78EF1BCCA407}" dt="2025-06-09T01:38:19.594" v="1239"/>
        <pc:sldMkLst>
          <pc:docMk/>
          <pc:sldMk cId="0" sldId="259"/>
        </pc:sldMkLst>
      </pc:sldChg>
      <pc:sldChg chg="del">
        <pc:chgData name="Jonathan Veiga Velasco Costa" userId="400ccd91-027a-41e2-a8a4-2c6d96effa8c" providerId="ADAL" clId="{98113BAD-CFC1-4EDE-91C0-78EF1BCCA407}" dt="2025-06-09T01:38:23.535" v="1240" actId="47"/>
        <pc:sldMkLst>
          <pc:docMk/>
          <pc:sldMk cId="2786119967" sldId="260"/>
        </pc:sldMkLst>
      </pc:sldChg>
      <pc:sldChg chg="addSp modSp mod">
        <pc:chgData name="Jonathan Veiga Velasco Costa" userId="400ccd91-027a-41e2-a8a4-2c6d96effa8c" providerId="ADAL" clId="{98113BAD-CFC1-4EDE-91C0-78EF1BCCA407}" dt="2025-06-09T01:44:51.889" v="1478" actId="208"/>
        <pc:sldMkLst>
          <pc:docMk/>
          <pc:sldMk cId="495449488" sldId="283"/>
        </pc:sldMkLst>
        <pc:spChg chg="add mod">
          <ac:chgData name="Jonathan Veiga Velasco Costa" userId="400ccd91-027a-41e2-a8a4-2c6d96effa8c" providerId="ADAL" clId="{98113BAD-CFC1-4EDE-91C0-78EF1BCCA407}" dt="2025-06-09T01:43:45.227" v="1464" actId="14100"/>
          <ac:spMkLst>
            <pc:docMk/>
            <pc:sldMk cId="495449488" sldId="283"/>
            <ac:spMk id="4" creationId="{4468A9AC-A320-2B00-767A-D073247B41C0}"/>
          </ac:spMkLst>
        </pc:spChg>
        <pc:spChg chg="add mod">
          <ac:chgData name="Jonathan Veiga Velasco Costa" userId="400ccd91-027a-41e2-a8a4-2c6d96effa8c" providerId="ADAL" clId="{98113BAD-CFC1-4EDE-91C0-78EF1BCCA407}" dt="2025-06-09T01:44:51.889" v="1478" actId="208"/>
          <ac:spMkLst>
            <pc:docMk/>
            <pc:sldMk cId="495449488" sldId="283"/>
            <ac:spMk id="5" creationId="{6320712D-C921-1350-1F02-C5DB2B8EC2A4}"/>
          </ac:spMkLst>
        </pc:spChg>
        <pc:picChg chg="mod">
          <ac:chgData name="Jonathan Veiga Velasco Costa" userId="400ccd91-027a-41e2-a8a4-2c6d96effa8c" providerId="ADAL" clId="{98113BAD-CFC1-4EDE-91C0-78EF1BCCA407}" dt="2025-06-09T01:44:16.379" v="1472" actId="1076"/>
          <ac:picMkLst>
            <pc:docMk/>
            <pc:sldMk cId="495449488" sldId="283"/>
            <ac:picMk id="2" creationId="{1C22AE62-2FAF-39B9-E65B-2BC6E7E408ED}"/>
          </ac:picMkLst>
        </pc:picChg>
      </pc:sldChg>
      <pc:sldChg chg="addSp delSp modSp new mod chgLayout">
        <pc:chgData name="Jonathan Veiga Velasco Costa" userId="400ccd91-027a-41e2-a8a4-2c6d96effa8c" providerId="ADAL" clId="{98113BAD-CFC1-4EDE-91C0-78EF1BCCA407}" dt="2025-06-09T01:03:47.915" v="408" actId="790"/>
        <pc:sldMkLst>
          <pc:docMk/>
          <pc:sldMk cId="4007478155" sldId="284"/>
        </pc:sldMkLst>
        <pc:spChg chg="del mod ord">
          <ac:chgData name="Jonathan Veiga Velasco Costa" userId="400ccd91-027a-41e2-a8a4-2c6d96effa8c" providerId="ADAL" clId="{98113BAD-CFC1-4EDE-91C0-78EF1BCCA407}" dt="2025-06-09T00:56:12.809" v="1" actId="700"/>
          <ac:spMkLst>
            <pc:docMk/>
            <pc:sldMk cId="4007478155" sldId="284"/>
            <ac:spMk id="2" creationId="{B1BDF2F2-D353-FA83-9851-1125756EE719}"/>
          </ac:spMkLst>
        </pc:spChg>
        <pc:spChg chg="add mod ord">
          <ac:chgData name="Jonathan Veiga Velasco Costa" userId="400ccd91-027a-41e2-a8a4-2c6d96effa8c" providerId="ADAL" clId="{98113BAD-CFC1-4EDE-91C0-78EF1BCCA407}" dt="2025-06-09T00:56:34.002" v="69" actId="20577"/>
          <ac:spMkLst>
            <pc:docMk/>
            <pc:sldMk cId="4007478155" sldId="284"/>
            <ac:spMk id="3" creationId="{E4FB27D2-5C12-CBE2-6330-ED1189633A52}"/>
          </ac:spMkLst>
        </pc:spChg>
        <pc:spChg chg="add mod ord">
          <ac:chgData name="Jonathan Veiga Velasco Costa" userId="400ccd91-027a-41e2-a8a4-2c6d96effa8c" providerId="ADAL" clId="{98113BAD-CFC1-4EDE-91C0-78EF1BCCA407}" dt="2025-06-09T00:57:44.218" v="234" actId="14100"/>
          <ac:spMkLst>
            <pc:docMk/>
            <pc:sldMk cId="4007478155" sldId="284"/>
            <ac:spMk id="4" creationId="{D4A30CF3-13A0-263A-A837-F12279750944}"/>
          </ac:spMkLst>
        </pc:spChg>
        <pc:graphicFrameChg chg="add mod modGraphic">
          <ac:chgData name="Jonathan Veiga Velasco Costa" userId="400ccd91-027a-41e2-a8a4-2c6d96effa8c" providerId="ADAL" clId="{98113BAD-CFC1-4EDE-91C0-78EF1BCCA407}" dt="2025-06-09T01:03:47.915" v="408" actId="790"/>
          <ac:graphicFrameMkLst>
            <pc:docMk/>
            <pc:sldMk cId="4007478155" sldId="284"/>
            <ac:graphicFrameMk id="5" creationId="{74B79701-B3A2-7AC1-7CEA-C2B2E973B8B0}"/>
          </ac:graphicFrameMkLst>
        </pc:graphicFrameChg>
      </pc:sldChg>
      <pc:sldChg chg="addSp modSp add del mod modShow">
        <pc:chgData name="Jonathan Veiga Velasco Costa" userId="400ccd91-027a-41e2-a8a4-2c6d96effa8c" providerId="ADAL" clId="{98113BAD-CFC1-4EDE-91C0-78EF1BCCA407}" dt="2025-06-09T01:05:42.686" v="418" actId="47"/>
        <pc:sldMkLst>
          <pc:docMk/>
          <pc:sldMk cId="335036347" sldId="285"/>
        </pc:sldMkLst>
        <pc:graphicFrameChg chg="add mod">
          <ac:chgData name="Jonathan Veiga Velasco Costa" userId="400ccd91-027a-41e2-a8a4-2c6d96effa8c" providerId="ADAL" clId="{98113BAD-CFC1-4EDE-91C0-78EF1BCCA407}" dt="2025-06-09T01:05:01.468" v="415" actId="108"/>
          <ac:graphicFrameMkLst>
            <pc:docMk/>
            <pc:sldMk cId="335036347" sldId="285"/>
            <ac:graphicFrameMk id="2" creationId="{74B79701-B3A2-7AC1-7CEA-C2B2E973B8B0}"/>
          </ac:graphicFrameMkLst>
        </pc:graphicFrameChg>
        <pc:graphicFrameChg chg="mod">
          <ac:chgData name="Jonathan Veiga Velasco Costa" userId="400ccd91-027a-41e2-a8a4-2c6d96effa8c" providerId="ADAL" clId="{98113BAD-CFC1-4EDE-91C0-78EF1BCCA407}" dt="2025-06-09T01:05:00.781" v="414"/>
          <ac:graphicFrameMkLst>
            <pc:docMk/>
            <pc:sldMk cId="335036347" sldId="285"/>
            <ac:graphicFrameMk id="5" creationId="{1C2BB657-67C6-1548-9537-27181A696772}"/>
          </ac:graphicFrameMkLst>
        </pc:graphicFrameChg>
      </pc:sldChg>
      <pc:sldChg chg="addSp delSp modSp new mod modClrScheme chgLayout">
        <pc:chgData name="Jonathan Veiga Velasco Costa" userId="400ccd91-027a-41e2-a8a4-2c6d96effa8c" providerId="ADAL" clId="{98113BAD-CFC1-4EDE-91C0-78EF1BCCA407}" dt="2025-06-09T01:44:46.180" v="1477" actId="208"/>
        <pc:sldMkLst>
          <pc:docMk/>
          <pc:sldMk cId="2232182754" sldId="285"/>
        </pc:sldMkLst>
        <pc:spChg chg="del mod ord">
          <ac:chgData name="Jonathan Veiga Velasco Costa" userId="400ccd91-027a-41e2-a8a4-2c6d96effa8c" providerId="ADAL" clId="{98113BAD-CFC1-4EDE-91C0-78EF1BCCA407}" dt="2025-06-09T01:06:50.976" v="420" actId="700"/>
          <ac:spMkLst>
            <pc:docMk/>
            <pc:sldMk cId="2232182754" sldId="285"/>
            <ac:spMk id="2" creationId="{11D9A68E-D9F5-910D-369E-4F16E3F35DEA}"/>
          </ac:spMkLst>
        </pc:spChg>
        <pc:spChg chg="del mod ord">
          <ac:chgData name="Jonathan Veiga Velasco Costa" userId="400ccd91-027a-41e2-a8a4-2c6d96effa8c" providerId="ADAL" clId="{98113BAD-CFC1-4EDE-91C0-78EF1BCCA407}" dt="2025-06-09T01:06:50.976" v="420" actId="700"/>
          <ac:spMkLst>
            <pc:docMk/>
            <pc:sldMk cId="2232182754" sldId="285"/>
            <ac:spMk id="3" creationId="{BFEF4589-F7CB-BD43-2952-B143EC251CE1}"/>
          </ac:spMkLst>
        </pc:spChg>
        <pc:spChg chg="add mod ord">
          <ac:chgData name="Jonathan Veiga Velasco Costa" userId="400ccd91-027a-41e2-a8a4-2c6d96effa8c" providerId="ADAL" clId="{98113BAD-CFC1-4EDE-91C0-78EF1BCCA407}" dt="2025-06-09T01:07:02.117" v="444" actId="20577"/>
          <ac:spMkLst>
            <pc:docMk/>
            <pc:sldMk cId="2232182754" sldId="285"/>
            <ac:spMk id="4" creationId="{358870D1-172F-E82B-AAB2-755BADF1E161}"/>
          </ac:spMkLst>
        </pc:spChg>
        <pc:spChg chg="add mod ord">
          <ac:chgData name="Jonathan Veiga Velasco Costa" userId="400ccd91-027a-41e2-a8a4-2c6d96effa8c" providerId="ADAL" clId="{98113BAD-CFC1-4EDE-91C0-78EF1BCCA407}" dt="2025-06-09T01:14:08.859" v="749" actId="122"/>
          <ac:spMkLst>
            <pc:docMk/>
            <pc:sldMk cId="2232182754" sldId="285"/>
            <ac:spMk id="5" creationId="{B34F22FD-A909-C64B-C6D4-AAC9675E4BAA}"/>
          </ac:spMkLst>
        </pc:spChg>
        <pc:spChg chg="add del mod ord">
          <ac:chgData name="Jonathan Veiga Velasco Costa" userId="400ccd91-027a-41e2-a8a4-2c6d96effa8c" providerId="ADAL" clId="{98113BAD-CFC1-4EDE-91C0-78EF1BCCA407}" dt="2025-06-09T01:14:18.217" v="750" actId="3680"/>
          <ac:spMkLst>
            <pc:docMk/>
            <pc:sldMk cId="2232182754" sldId="285"/>
            <ac:spMk id="6" creationId="{B34C9831-7103-117B-F7E8-EB30C4F66565}"/>
          </ac:spMkLst>
        </pc:spChg>
        <pc:spChg chg="add del mod">
          <ac:chgData name="Jonathan Veiga Velasco Costa" userId="400ccd91-027a-41e2-a8a4-2c6d96effa8c" providerId="ADAL" clId="{98113BAD-CFC1-4EDE-91C0-78EF1BCCA407}" dt="2025-06-09T01:14:58.468" v="759" actId="3680"/>
          <ac:spMkLst>
            <pc:docMk/>
            <pc:sldMk cId="2232182754" sldId="285"/>
            <ac:spMk id="9" creationId="{67267B49-A039-2E36-85CC-A864810B4AA3}"/>
          </ac:spMkLst>
        </pc:spChg>
        <pc:spChg chg="add mod">
          <ac:chgData name="Jonathan Veiga Velasco Costa" userId="400ccd91-027a-41e2-a8a4-2c6d96effa8c" providerId="ADAL" clId="{98113BAD-CFC1-4EDE-91C0-78EF1BCCA407}" dt="2025-06-09T01:21:01.830" v="879" actId="1036"/>
          <ac:spMkLst>
            <pc:docMk/>
            <pc:sldMk cId="2232182754" sldId="285"/>
            <ac:spMk id="11" creationId="{C1C81B77-EF83-9408-8547-5BB64A490A69}"/>
          </ac:spMkLst>
        </pc:spChg>
        <pc:spChg chg="add mod">
          <ac:chgData name="Jonathan Veiga Velasco Costa" userId="400ccd91-027a-41e2-a8a4-2c6d96effa8c" providerId="ADAL" clId="{98113BAD-CFC1-4EDE-91C0-78EF1BCCA407}" dt="2025-06-09T01:43:34.329" v="1462" actId="208"/>
          <ac:spMkLst>
            <pc:docMk/>
            <pc:sldMk cId="2232182754" sldId="285"/>
            <ac:spMk id="12" creationId="{620BD481-42FC-60EC-74FE-A89D88775095}"/>
          </ac:spMkLst>
        </pc:spChg>
        <pc:spChg chg="add mod">
          <ac:chgData name="Jonathan Veiga Velasco Costa" userId="400ccd91-027a-41e2-a8a4-2c6d96effa8c" providerId="ADAL" clId="{98113BAD-CFC1-4EDE-91C0-78EF1BCCA407}" dt="2025-06-09T01:44:46.180" v="1477" actId="208"/>
          <ac:spMkLst>
            <pc:docMk/>
            <pc:sldMk cId="2232182754" sldId="285"/>
            <ac:spMk id="13" creationId="{E9D2F96C-4292-D74F-E89F-91B455AE257C}"/>
          </ac:spMkLst>
        </pc:spChg>
        <pc:graphicFrameChg chg="add del mod ord modGraphic">
          <ac:chgData name="Jonathan Veiga Velasco Costa" userId="400ccd91-027a-41e2-a8a4-2c6d96effa8c" providerId="ADAL" clId="{98113BAD-CFC1-4EDE-91C0-78EF1BCCA407}" dt="2025-06-09T01:14:48.060" v="758" actId="478"/>
          <ac:graphicFrameMkLst>
            <pc:docMk/>
            <pc:sldMk cId="2232182754" sldId="285"/>
            <ac:graphicFrameMk id="7" creationId="{AD204601-2BDA-695A-84AA-BF5AD0645FA2}"/>
          </ac:graphicFrameMkLst>
        </pc:graphicFrameChg>
        <pc:graphicFrameChg chg="add mod ord modGraphic">
          <ac:chgData name="Jonathan Veiga Velasco Costa" userId="400ccd91-027a-41e2-a8a4-2c6d96effa8c" providerId="ADAL" clId="{98113BAD-CFC1-4EDE-91C0-78EF1BCCA407}" dt="2025-06-09T01:20:36.838" v="871"/>
          <ac:graphicFrameMkLst>
            <pc:docMk/>
            <pc:sldMk cId="2232182754" sldId="285"/>
            <ac:graphicFrameMk id="10" creationId="{E1B4C08F-44DD-9D59-AC7B-CDABAA448775}"/>
          </ac:graphicFrameMkLst>
        </pc:graphicFrameChg>
      </pc:sldChg>
      <pc:sldChg chg="addSp modSp new mod ord modClrScheme chgLayout">
        <pc:chgData name="Jonathan Veiga Velasco Costa" userId="400ccd91-027a-41e2-a8a4-2c6d96effa8c" providerId="ADAL" clId="{98113BAD-CFC1-4EDE-91C0-78EF1BCCA407}" dt="2025-06-09T01:29:17.068" v="1103"/>
        <pc:sldMkLst>
          <pc:docMk/>
          <pc:sldMk cId="3728857118" sldId="286"/>
        </pc:sldMkLst>
        <pc:spChg chg="add mod ord">
          <ac:chgData name="Jonathan Veiga Velasco Costa" userId="400ccd91-027a-41e2-a8a4-2c6d96effa8c" providerId="ADAL" clId="{98113BAD-CFC1-4EDE-91C0-78EF1BCCA407}" dt="2025-06-09T01:25:53.318" v="1061" actId="1076"/>
          <ac:spMkLst>
            <pc:docMk/>
            <pc:sldMk cId="3728857118" sldId="286"/>
            <ac:spMk id="5" creationId="{E5470799-1928-5088-4108-ACC100C71E0A}"/>
          </ac:spMkLst>
        </pc:spChg>
        <pc:grpChg chg="add mod">
          <ac:chgData name="Jonathan Veiga Velasco Costa" userId="400ccd91-027a-41e2-a8a4-2c6d96effa8c" providerId="ADAL" clId="{98113BAD-CFC1-4EDE-91C0-78EF1BCCA407}" dt="2025-06-09T01:28:37.399" v="1092" actId="164"/>
          <ac:grpSpMkLst>
            <pc:docMk/>
            <pc:sldMk cId="3728857118" sldId="286"/>
            <ac:grpSpMk id="9" creationId="{7D3CF178-01E6-CBF6-AEE4-E815D68F0D5D}"/>
          </ac:grpSpMkLst>
        </pc:grpChg>
        <pc:grpChg chg="add mod">
          <ac:chgData name="Jonathan Veiga Velasco Costa" userId="400ccd91-027a-41e2-a8a4-2c6d96effa8c" providerId="ADAL" clId="{98113BAD-CFC1-4EDE-91C0-78EF1BCCA407}" dt="2025-06-09T01:29:07.339" v="1101" actId="14100"/>
          <ac:grpSpMkLst>
            <pc:docMk/>
            <pc:sldMk cId="3728857118" sldId="286"/>
            <ac:grpSpMk id="10" creationId="{05AC8A2C-027F-B045-DA68-79129E309528}"/>
          </ac:grpSpMkLst>
        </pc:grpChg>
        <pc:picChg chg="add mod">
          <ac:chgData name="Jonathan Veiga Velasco Costa" userId="400ccd91-027a-41e2-a8a4-2c6d96effa8c" providerId="ADAL" clId="{98113BAD-CFC1-4EDE-91C0-78EF1BCCA407}" dt="2025-06-09T01:28:51.751" v="1096" actId="164"/>
          <ac:picMkLst>
            <pc:docMk/>
            <pc:sldMk cId="3728857118" sldId="286"/>
            <ac:picMk id="2" creationId="{8C3342BB-FA24-1FD9-0B27-EC18D78C8F2E}"/>
          </ac:picMkLst>
        </pc:picChg>
        <pc:picChg chg="add mod">
          <ac:chgData name="Jonathan Veiga Velasco Costa" userId="400ccd91-027a-41e2-a8a4-2c6d96effa8c" providerId="ADAL" clId="{98113BAD-CFC1-4EDE-91C0-78EF1BCCA407}" dt="2025-06-09T01:28:51.751" v="1096" actId="164"/>
          <ac:picMkLst>
            <pc:docMk/>
            <pc:sldMk cId="3728857118" sldId="286"/>
            <ac:picMk id="3" creationId="{095A3A85-9F42-2108-B983-866F3F8AEBDF}"/>
          </ac:picMkLst>
        </pc:picChg>
        <pc:picChg chg="add mod">
          <ac:chgData name="Jonathan Veiga Velasco Costa" userId="400ccd91-027a-41e2-a8a4-2c6d96effa8c" providerId="ADAL" clId="{98113BAD-CFC1-4EDE-91C0-78EF1BCCA407}" dt="2025-06-09T01:28:51.751" v="1096" actId="164"/>
          <ac:picMkLst>
            <pc:docMk/>
            <pc:sldMk cId="3728857118" sldId="286"/>
            <ac:picMk id="4" creationId="{A14C3010-D26F-A2DD-8597-3B03D6F1803A}"/>
          </ac:picMkLst>
        </pc:picChg>
        <pc:picChg chg="add mod">
          <ac:chgData name="Jonathan Veiga Velasco Costa" userId="400ccd91-027a-41e2-a8a4-2c6d96effa8c" providerId="ADAL" clId="{98113BAD-CFC1-4EDE-91C0-78EF1BCCA407}" dt="2025-06-09T01:28:51.751" v="1096" actId="164"/>
          <ac:picMkLst>
            <pc:docMk/>
            <pc:sldMk cId="3728857118" sldId="286"/>
            <ac:picMk id="6" creationId="{6FB8408E-0318-3A94-7C62-94D0876D6770}"/>
          </ac:picMkLst>
        </pc:picChg>
        <pc:picChg chg="add mod">
          <ac:chgData name="Jonathan Veiga Velasco Costa" userId="400ccd91-027a-41e2-a8a4-2c6d96effa8c" providerId="ADAL" clId="{98113BAD-CFC1-4EDE-91C0-78EF1BCCA407}" dt="2025-06-09T01:28:51.751" v="1096" actId="164"/>
          <ac:picMkLst>
            <pc:docMk/>
            <pc:sldMk cId="3728857118" sldId="286"/>
            <ac:picMk id="7" creationId="{12F6CBC9-4F46-3338-02EB-29BB31711F2C}"/>
          </ac:picMkLst>
        </pc:picChg>
        <pc:picChg chg="add mod">
          <ac:chgData name="Jonathan Veiga Velasco Costa" userId="400ccd91-027a-41e2-a8a4-2c6d96effa8c" providerId="ADAL" clId="{98113BAD-CFC1-4EDE-91C0-78EF1BCCA407}" dt="2025-06-09T01:28:51.751" v="1096" actId="164"/>
          <ac:picMkLst>
            <pc:docMk/>
            <pc:sldMk cId="3728857118" sldId="286"/>
            <ac:picMk id="8" creationId="{63D1F2CF-889D-3B5B-360E-A07F4F32C2B4}"/>
          </ac:picMkLst>
        </pc:picChg>
      </pc:sldChg>
      <pc:sldChg chg="addSp new mod">
        <pc:chgData name="Jonathan Veiga Velasco Costa" userId="400ccd91-027a-41e2-a8a4-2c6d96effa8c" providerId="ADAL" clId="{98113BAD-CFC1-4EDE-91C0-78EF1BCCA407}" dt="2025-06-09T01:26:58.196" v="1069" actId="22"/>
        <pc:sldMkLst>
          <pc:docMk/>
          <pc:sldMk cId="1737210806" sldId="287"/>
        </pc:sldMkLst>
        <pc:picChg chg="add">
          <ac:chgData name="Jonathan Veiga Velasco Costa" userId="400ccd91-027a-41e2-a8a4-2c6d96effa8c" providerId="ADAL" clId="{98113BAD-CFC1-4EDE-91C0-78EF1BCCA407}" dt="2025-06-09T01:26:58.196" v="1069" actId="22"/>
          <ac:picMkLst>
            <pc:docMk/>
            <pc:sldMk cId="1737210806" sldId="287"/>
            <ac:picMk id="3" creationId="{365209DB-2D11-510D-4F5F-ACF072B8FA67}"/>
          </ac:picMkLst>
        </pc:picChg>
      </pc:sldChg>
      <pc:sldChg chg="add del">
        <pc:chgData name="Jonathan Veiga Velasco Costa" userId="400ccd91-027a-41e2-a8a4-2c6d96effa8c" providerId="ADAL" clId="{98113BAD-CFC1-4EDE-91C0-78EF1BCCA407}" dt="2025-06-09T01:25:23.725" v="1039"/>
        <pc:sldMkLst>
          <pc:docMk/>
          <pc:sldMk cId="3310710126" sldId="287"/>
        </pc:sldMkLst>
      </pc:sldChg>
      <pc:sldChg chg="modSp add mod">
        <pc:chgData name="Jonathan Veiga Velasco Costa" userId="400ccd91-027a-41e2-a8a4-2c6d96effa8c" providerId="ADAL" clId="{98113BAD-CFC1-4EDE-91C0-78EF1BCCA407}" dt="2025-06-09T01:31:44.027" v="1204" actId="14826"/>
        <pc:sldMkLst>
          <pc:docMk/>
          <pc:sldMk cId="1681922307" sldId="288"/>
        </pc:sldMkLst>
        <pc:spChg chg="mod">
          <ac:chgData name="Jonathan Veiga Velasco Costa" userId="400ccd91-027a-41e2-a8a4-2c6d96effa8c" providerId="ADAL" clId="{98113BAD-CFC1-4EDE-91C0-78EF1BCCA407}" dt="2025-06-09T01:29:39.203" v="1125" actId="20577"/>
          <ac:spMkLst>
            <pc:docMk/>
            <pc:sldMk cId="1681922307" sldId="288"/>
            <ac:spMk id="5" creationId="{3807ED47-C032-9163-06D6-F44839C05C15}"/>
          </ac:spMkLst>
        </pc:spChg>
        <pc:picChg chg="mod">
          <ac:chgData name="Jonathan Veiga Velasco Costa" userId="400ccd91-027a-41e2-a8a4-2c6d96effa8c" providerId="ADAL" clId="{98113BAD-CFC1-4EDE-91C0-78EF1BCCA407}" dt="2025-06-09T01:31:02.667" v="1200" actId="14826"/>
          <ac:picMkLst>
            <pc:docMk/>
            <pc:sldMk cId="1681922307" sldId="288"/>
            <ac:picMk id="3" creationId="{6097CBE0-23AC-A8C3-3218-12D8C5E06103}"/>
          </ac:picMkLst>
        </pc:picChg>
        <pc:picChg chg="mod">
          <ac:chgData name="Jonathan Veiga Velasco Costa" userId="400ccd91-027a-41e2-a8a4-2c6d96effa8c" providerId="ADAL" clId="{98113BAD-CFC1-4EDE-91C0-78EF1BCCA407}" dt="2025-06-09T01:31:11.023" v="1201" actId="14826"/>
          <ac:picMkLst>
            <pc:docMk/>
            <pc:sldMk cId="1681922307" sldId="288"/>
            <ac:picMk id="4" creationId="{ACC209D1-ECD2-9DB3-8E4B-E47BA7277DB1}"/>
          </ac:picMkLst>
        </pc:picChg>
        <pc:picChg chg="mod">
          <ac:chgData name="Jonathan Veiga Velasco Costa" userId="400ccd91-027a-41e2-a8a4-2c6d96effa8c" providerId="ADAL" clId="{98113BAD-CFC1-4EDE-91C0-78EF1BCCA407}" dt="2025-06-09T01:31:21.031" v="1202" actId="14826"/>
          <ac:picMkLst>
            <pc:docMk/>
            <pc:sldMk cId="1681922307" sldId="288"/>
            <ac:picMk id="6" creationId="{57E8B0DF-AF4E-1B6A-0584-9EFEB9BE47F2}"/>
          </ac:picMkLst>
        </pc:picChg>
        <pc:picChg chg="mod">
          <ac:chgData name="Jonathan Veiga Velasco Costa" userId="400ccd91-027a-41e2-a8a4-2c6d96effa8c" providerId="ADAL" clId="{98113BAD-CFC1-4EDE-91C0-78EF1BCCA407}" dt="2025-06-09T01:31:44.027" v="1204" actId="14826"/>
          <ac:picMkLst>
            <pc:docMk/>
            <pc:sldMk cId="1681922307" sldId="288"/>
            <ac:picMk id="7" creationId="{CB57E561-D394-693F-59E6-41E56A3ED708}"/>
          </ac:picMkLst>
        </pc:picChg>
        <pc:picChg chg="mod">
          <ac:chgData name="Jonathan Veiga Velasco Costa" userId="400ccd91-027a-41e2-a8a4-2c6d96effa8c" providerId="ADAL" clId="{98113BAD-CFC1-4EDE-91C0-78EF1BCCA407}" dt="2025-06-09T01:31:33.718" v="1203" actId="14826"/>
          <ac:picMkLst>
            <pc:docMk/>
            <pc:sldMk cId="1681922307" sldId="288"/>
            <ac:picMk id="8" creationId="{D60A29E3-F606-7EAB-1F35-33B1B0DBECC2}"/>
          </ac:picMkLst>
        </pc:picChg>
      </pc:sldChg>
      <pc:sldChg chg="modSp add mod">
        <pc:chgData name="Jonathan Veiga Velasco Costa" userId="400ccd91-027a-41e2-a8a4-2c6d96effa8c" providerId="ADAL" clId="{98113BAD-CFC1-4EDE-91C0-78EF1BCCA407}" dt="2025-06-09T01:34:51.181" v="1212" actId="14826"/>
        <pc:sldMkLst>
          <pc:docMk/>
          <pc:sldMk cId="3373277540" sldId="289"/>
        </pc:sldMkLst>
        <pc:spChg chg="mod">
          <ac:chgData name="Jonathan Veiga Velasco Costa" userId="400ccd91-027a-41e2-a8a4-2c6d96effa8c" providerId="ADAL" clId="{98113BAD-CFC1-4EDE-91C0-78EF1BCCA407}" dt="2025-06-09T01:30:32.088" v="1184" actId="20577"/>
          <ac:spMkLst>
            <pc:docMk/>
            <pc:sldMk cId="3373277540" sldId="289"/>
            <ac:spMk id="5" creationId="{696F4705-7FCF-90A1-D009-7A0619951BAB}"/>
          </ac:spMkLst>
        </pc:spChg>
        <pc:picChg chg="mod">
          <ac:chgData name="Jonathan Veiga Velasco Costa" userId="400ccd91-027a-41e2-a8a4-2c6d96effa8c" providerId="ADAL" clId="{98113BAD-CFC1-4EDE-91C0-78EF1BCCA407}" dt="2025-06-09T01:32:23.536" v="1205" actId="14826"/>
          <ac:picMkLst>
            <pc:docMk/>
            <pc:sldMk cId="3373277540" sldId="289"/>
            <ac:picMk id="2" creationId="{5111FFA7-5DE5-8CBF-2B3B-D05849B31F6B}"/>
          </ac:picMkLst>
        </pc:picChg>
        <pc:picChg chg="mod">
          <ac:chgData name="Jonathan Veiga Velasco Costa" userId="400ccd91-027a-41e2-a8a4-2c6d96effa8c" providerId="ADAL" clId="{98113BAD-CFC1-4EDE-91C0-78EF1BCCA407}" dt="2025-06-09T01:32:34.190" v="1206" actId="14826"/>
          <ac:picMkLst>
            <pc:docMk/>
            <pc:sldMk cId="3373277540" sldId="289"/>
            <ac:picMk id="3" creationId="{9E1EE3CF-36F6-D43C-214B-293647A17A09}"/>
          </ac:picMkLst>
        </pc:picChg>
        <pc:picChg chg="mod">
          <ac:chgData name="Jonathan Veiga Velasco Costa" userId="400ccd91-027a-41e2-a8a4-2c6d96effa8c" providerId="ADAL" clId="{98113BAD-CFC1-4EDE-91C0-78EF1BCCA407}" dt="2025-06-09T01:32:42.986" v="1207" actId="14826"/>
          <ac:picMkLst>
            <pc:docMk/>
            <pc:sldMk cId="3373277540" sldId="289"/>
            <ac:picMk id="4" creationId="{213A3863-24FB-6EF6-9700-21F5DDC04111}"/>
          </ac:picMkLst>
        </pc:picChg>
        <pc:picChg chg="mod">
          <ac:chgData name="Jonathan Veiga Velasco Costa" userId="400ccd91-027a-41e2-a8a4-2c6d96effa8c" providerId="ADAL" clId="{98113BAD-CFC1-4EDE-91C0-78EF1BCCA407}" dt="2025-06-09T01:34:42.710" v="1211" actId="14826"/>
          <ac:picMkLst>
            <pc:docMk/>
            <pc:sldMk cId="3373277540" sldId="289"/>
            <ac:picMk id="6" creationId="{47EBDFDE-FEC4-6D57-2515-6B0FF3901DA5}"/>
          </ac:picMkLst>
        </pc:picChg>
        <pc:picChg chg="mod">
          <ac:chgData name="Jonathan Veiga Velasco Costa" userId="400ccd91-027a-41e2-a8a4-2c6d96effa8c" providerId="ADAL" clId="{98113BAD-CFC1-4EDE-91C0-78EF1BCCA407}" dt="2025-06-09T01:33:15.679" v="1210" actId="14826"/>
          <ac:picMkLst>
            <pc:docMk/>
            <pc:sldMk cId="3373277540" sldId="289"/>
            <ac:picMk id="7" creationId="{EC8FCA2A-77DE-2992-A05A-78BC802E0D47}"/>
          </ac:picMkLst>
        </pc:picChg>
        <pc:picChg chg="mod">
          <ac:chgData name="Jonathan Veiga Velasco Costa" userId="400ccd91-027a-41e2-a8a4-2c6d96effa8c" providerId="ADAL" clId="{98113BAD-CFC1-4EDE-91C0-78EF1BCCA407}" dt="2025-06-09T01:34:51.181" v="1212" actId="14826"/>
          <ac:picMkLst>
            <pc:docMk/>
            <pc:sldMk cId="3373277540" sldId="289"/>
            <ac:picMk id="8" creationId="{99321546-1D99-5FDC-C32C-8B1340C7E84A}"/>
          </ac:picMkLst>
        </pc:picChg>
      </pc:sldChg>
      <pc:sldChg chg="modSp add del mod">
        <pc:chgData name="Jonathan Veiga Velasco Costa" userId="400ccd91-027a-41e2-a8a4-2c6d96effa8c" providerId="ADAL" clId="{98113BAD-CFC1-4EDE-91C0-78EF1BCCA407}" dt="2025-06-09T01:35:24.142" v="1214" actId="47"/>
        <pc:sldMkLst>
          <pc:docMk/>
          <pc:sldMk cId="2790553639" sldId="290"/>
        </pc:sldMkLst>
        <pc:spChg chg="mod">
          <ac:chgData name="Jonathan Veiga Velasco Costa" userId="400ccd91-027a-41e2-a8a4-2c6d96effa8c" providerId="ADAL" clId="{98113BAD-CFC1-4EDE-91C0-78EF1BCCA407}" dt="2025-06-09T01:30:43.671" v="1199" actId="20577"/>
          <ac:spMkLst>
            <pc:docMk/>
            <pc:sldMk cId="2790553639" sldId="290"/>
            <ac:spMk id="5" creationId="{FCB1BF26-CC37-B3D9-303A-8E44B83BC378}"/>
          </ac:spMkLst>
        </pc:spChg>
      </pc:sldChg>
      <pc:sldChg chg="modSp add mod">
        <pc:chgData name="Jonathan Veiga Velasco Costa" userId="400ccd91-027a-41e2-a8a4-2c6d96effa8c" providerId="ADAL" clId="{98113BAD-CFC1-4EDE-91C0-78EF1BCCA407}" dt="2025-06-09T01:37:01.179" v="1235" actId="20577"/>
        <pc:sldMkLst>
          <pc:docMk/>
          <pc:sldMk cId="1752541722" sldId="291"/>
        </pc:sldMkLst>
        <pc:spChg chg="mod">
          <ac:chgData name="Jonathan Veiga Velasco Costa" userId="400ccd91-027a-41e2-a8a4-2c6d96effa8c" providerId="ADAL" clId="{98113BAD-CFC1-4EDE-91C0-78EF1BCCA407}" dt="2025-06-09T01:37:01.179" v="1235" actId="20577"/>
          <ac:spMkLst>
            <pc:docMk/>
            <pc:sldMk cId="1752541722" sldId="291"/>
            <ac:spMk id="5" creationId="{9A9BE641-33E0-3B31-1CBF-E5427801A83C}"/>
          </ac:spMkLst>
        </pc:spChg>
        <pc:picChg chg="mod">
          <ac:chgData name="Jonathan Veiga Velasco Costa" userId="400ccd91-027a-41e2-a8a4-2c6d96effa8c" providerId="ADAL" clId="{98113BAD-CFC1-4EDE-91C0-78EF1BCCA407}" dt="2025-06-09T01:35:40.665" v="1215" actId="14826"/>
          <ac:picMkLst>
            <pc:docMk/>
            <pc:sldMk cId="1752541722" sldId="291"/>
            <ac:picMk id="3" creationId="{747B088C-82D3-BC61-C22C-C6D1FB9DE71B}"/>
          </ac:picMkLst>
        </pc:picChg>
        <pc:picChg chg="mod">
          <ac:chgData name="Jonathan Veiga Velasco Costa" userId="400ccd91-027a-41e2-a8a4-2c6d96effa8c" providerId="ADAL" clId="{98113BAD-CFC1-4EDE-91C0-78EF1BCCA407}" dt="2025-06-09T01:35:47.103" v="1216" actId="14826"/>
          <ac:picMkLst>
            <pc:docMk/>
            <pc:sldMk cId="1752541722" sldId="291"/>
            <ac:picMk id="4" creationId="{A13A8A5D-11A0-825D-E218-F46E8667C1D3}"/>
          </ac:picMkLst>
        </pc:picChg>
        <pc:picChg chg="mod">
          <ac:chgData name="Jonathan Veiga Velasco Costa" userId="400ccd91-027a-41e2-a8a4-2c6d96effa8c" providerId="ADAL" clId="{98113BAD-CFC1-4EDE-91C0-78EF1BCCA407}" dt="2025-06-09T01:35:53.967" v="1217" actId="14826"/>
          <ac:picMkLst>
            <pc:docMk/>
            <pc:sldMk cId="1752541722" sldId="291"/>
            <ac:picMk id="6" creationId="{6D96A0C2-43C7-16B4-4251-7595F30E5E62}"/>
          </ac:picMkLst>
        </pc:picChg>
        <pc:picChg chg="mod">
          <ac:chgData name="Jonathan Veiga Velasco Costa" userId="400ccd91-027a-41e2-a8a4-2c6d96effa8c" providerId="ADAL" clId="{98113BAD-CFC1-4EDE-91C0-78EF1BCCA407}" dt="2025-06-09T01:36:13.565" v="1219" actId="14826"/>
          <ac:picMkLst>
            <pc:docMk/>
            <pc:sldMk cId="1752541722" sldId="291"/>
            <ac:picMk id="7" creationId="{560726DC-4DE6-A9C9-78E1-4032721BFB8A}"/>
          </ac:picMkLst>
        </pc:picChg>
        <pc:picChg chg="mod">
          <ac:chgData name="Jonathan Veiga Velasco Costa" userId="400ccd91-027a-41e2-a8a4-2c6d96effa8c" providerId="ADAL" clId="{98113BAD-CFC1-4EDE-91C0-78EF1BCCA407}" dt="2025-06-09T01:36:04.095" v="1218" actId="14826"/>
          <ac:picMkLst>
            <pc:docMk/>
            <pc:sldMk cId="1752541722" sldId="291"/>
            <ac:picMk id="8" creationId="{2F470365-D085-83A7-9ADA-9C0DA7B7F62D}"/>
          </ac:picMkLst>
        </pc:picChg>
      </pc:sldChg>
      <pc:sldChg chg="addSp delSp modSp new mod chgLayout">
        <pc:chgData name="Jonathan Veiga Velasco Costa" userId="400ccd91-027a-41e2-a8a4-2c6d96effa8c" providerId="ADAL" clId="{98113BAD-CFC1-4EDE-91C0-78EF1BCCA407}" dt="2025-06-09T01:41:26.803" v="1361" actId="20577"/>
        <pc:sldMkLst>
          <pc:docMk/>
          <pc:sldMk cId="1099423697" sldId="292"/>
        </pc:sldMkLst>
        <pc:spChg chg="del mod ord">
          <ac:chgData name="Jonathan Veiga Velasco Costa" userId="400ccd91-027a-41e2-a8a4-2c6d96effa8c" providerId="ADAL" clId="{98113BAD-CFC1-4EDE-91C0-78EF1BCCA407}" dt="2025-06-09T01:38:10.033" v="1237" actId="700"/>
          <ac:spMkLst>
            <pc:docMk/>
            <pc:sldMk cId="1099423697" sldId="292"/>
            <ac:spMk id="2" creationId="{8886819B-BC30-8539-048E-0C5E55125258}"/>
          </ac:spMkLst>
        </pc:spChg>
        <pc:spChg chg="add del mod ord">
          <ac:chgData name="Jonathan Veiga Velasco Costa" userId="400ccd91-027a-41e2-a8a4-2c6d96effa8c" providerId="ADAL" clId="{98113BAD-CFC1-4EDE-91C0-78EF1BCCA407}" dt="2025-06-09T01:38:34.936" v="1241" actId="700"/>
          <ac:spMkLst>
            <pc:docMk/>
            <pc:sldMk cId="1099423697" sldId="292"/>
            <ac:spMk id="3" creationId="{14342919-C8E6-E005-30C6-08811A976F1E}"/>
          </ac:spMkLst>
        </pc:spChg>
        <pc:spChg chg="add del mod ord">
          <ac:chgData name="Jonathan Veiga Velasco Costa" userId="400ccd91-027a-41e2-a8a4-2c6d96effa8c" providerId="ADAL" clId="{98113BAD-CFC1-4EDE-91C0-78EF1BCCA407}" dt="2025-06-09T01:38:34.936" v="1241" actId="700"/>
          <ac:spMkLst>
            <pc:docMk/>
            <pc:sldMk cId="1099423697" sldId="292"/>
            <ac:spMk id="4" creationId="{CEE289B3-E597-DB7C-27F0-A84E4B7D6A85}"/>
          </ac:spMkLst>
        </pc:spChg>
        <pc:spChg chg="add del mod ord">
          <ac:chgData name="Jonathan Veiga Velasco Costa" userId="400ccd91-027a-41e2-a8a4-2c6d96effa8c" providerId="ADAL" clId="{98113BAD-CFC1-4EDE-91C0-78EF1BCCA407}" dt="2025-06-09T01:38:34.936" v="1241" actId="700"/>
          <ac:spMkLst>
            <pc:docMk/>
            <pc:sldMk cId="1099423697" sldId="292"/>
            <ac:spMk id="5" creationId="{1A6D0CED-E1DE-88DB-2FE0-A398281244C9}"/>
          </ac:spMkLst>
        </pc:spChg>
        <pc:spChg chg="add mod ord">
          <ac:chgData name="Jonathan Veiga Velasco Costa" userId="400ccd91-027a-41e2-a8a4-2c6d96effa8c" providerId="ADAL" clId="{98113BAD-CFC1-4EDE-91C0-78EF1BCCA407}" dt="2025-06-09T01:40:32.186" v="1350" actId="403"/>
          <ac:spMkLst>
            <pc:docMk/>
            <pc:sldMk cId="1099423697" sldId="292"/>
            <ac:spMk id="6" creationId="{E7BCA16F-A882-6C68-EF6F-DAA14E1CD037}"/>
          </ac:spMkLst>
        </pc:spChg>
        <pc:spChg chg="add mod ord">
          <ac:chgData name="Jonathan Veiga Velasco Costa" userId="400ccd91-027a-41e2-a8a4-2c6d96effa8c" providerId="ADAL" clId="{98113BAD-CFC1-4EDE-91C0-78EF1BCCA407}" dt="2025-06-09T01:41:02.664" v="1356" actId="1076"/>
          <ac:spMkLst>
            <pc:docMk/>
            <pc:sldMk cId="1099423697" sldId="292"/>
            <ac:spMk id="7" creationId="{699DA391-D7FD-EB8F-54C4-666EE2C75DDC}"/>
          </ac:spMkLst>
        </pc:spChg>
        <pc:spChg chg="add del mod ord">
          <ac:chgData name="Jonathan Veiga Velasco Costa" userId="400ccd91-027a-41e2-a8a4-2c6d96effa8c" providerId="ADAL" clId="{98113BAD-CFC1-4EDE-91C0-78EF1BCCA407}" dt="2025-06-09T01:38:44.744" v="1242"/>
          <ac:spMkLst>
            <pc:docMk/>
            <pc:sldMk cId="1099423697" sldId="292"/>
            <ac:spMk id="8" creationId="{EF1918F6-21FA-9ECA-E9B1-2A6428436D6C}"/>
          </ac:spMkLst>
        </pc:spChg>
        <pc:spChg chg="add mod ord">
          <ac:chgData name="Jonathan Veiga Velasco Costa" userId="400ccd91-027a-41e2-a8a4-2c6d96effa8c" providerId="ADAL" clId="{98113BAD-CFC1-4EDE-91C0-78EF1BCCA407}" dt="2025-06-09T01:41:02.664" v="1356" actId="1076"/>
          <ac:spMkLst>
            <pc:docMk/>
            <pc:sldMk cId="1099423697" sldId="292"/>
            <ac:spMk id="9" creationId="{569811DB-CA28-BBBD-0266-3B99F90AD1F2}"/>
          </ac:spMkLst>
        </pc:spChg>
        <pc:spChg chg="add mod ord">
          <ac:chgData name="Jonathan Veiga Velasco Costa" userId="400ccd91-027a-41e2-a8a4-2c6d96effa8c" providerId="ADAL" clId="{98113BAD-CFC1-4EDE-91C0-78EF1BCCA407}" dt="2025-06-09T01:41:26.803" v="1361" actId="20577"/>
          <ac:spMkLst>
            <pc:docMk/>
            <pc:sldMk cId="1099423697" sldId="292"/>
            <ac:spMk id="10" creationId="{AD351E6C-5BAC-FABE-3197-3B434658FB78}"/>
          </ac:spMkLst>
        </pc:spChg>
        <pc:graphicFrameChg chg="add mod modGraphic">
          <ac:chgData name="Jonathan Veiga Velasco Costa" userId="400ccd91-027a-41e2-a8a4-2c6d96effa8c" providerId="ADAL" clId="{98113BAD-CFC1-4EDE-91C0-78EF1BCCA407}" dt="2025-06-09T01:40:40.660" v="1352" actId="1076"/>
          <ac:graphicFrameMkLst>
            <pc:docMk/>
            <pc:sldMk cId="1099423697" sldId="292"/>
            <ac:graphicFrameMk id="11" creationId="{E1E291A3-9F39-8604-0B97-990A9E4CA435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pegovbr-my.sharepoint.com/personal/jonathan_costa_epe_gov_br/Documents/Documentos/GitHub/MecFlex/Exploratoria%20Curtailment/Valores%20Modulaca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2000" noProof="0" dirty="0"/>
              <a:t>Participação</a:t>
            </a:r>
            <a:r>
              <a:rPr lang="pt-BR" sz="2000" baseline="0" noProof="0" dirty="0"/>
              <a:t> no Atendimento à Carga</a:t>
            </a:r>
            <a:endParaRPr lang="pt-BR" sz="2000" noProof="0" dirty="0"/>
          </a:p>
        </c:rich>
      </c:tx>
      <c:layout>
        <c:manualLayout>
          <c:xMode val="edge"/>
          <c:yMode val="edge"/>
          <c:x val="0.2055921713043428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Planilha1!$L$1</c:f>
              <c:strCache>
                <c:ptCount val="1"/>
                <c:pt idx="0">
                  <c:v>Percentual</c:v>
                </c:pt>
              </c:strCache>
            </c:strRef>
          </c:tx>
          <c:dPt>
            <c:idx val="0"/>
            <c:bubble3D val="0"/>
            <c:spPr>
              <a:solidFill>
                <a:srgbClr val="FF993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2C7-41EB-8D1B-53E94E0A891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  <a:lumOff val="2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2C7-41EB-8D1B-53E94E0A891A}"/>
              </c:ext>
            </c:extLst>
          </c:dPt>
          <c:dPt>
            <c:idx val="2"/>
            <c:bubble3D val="0"/>
            <c:spPr>
              <a:solidFill>
                <a:srgbClr val="CC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B2C7-41EB-8D1B-53E94E0A891A}"/>
              </c:ext>
            </c:extLst>
          </c:dPt>
          <c:dPt>
            <c:idx val="3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B2C7-41EB-8D1B-53E94E0A891A}"/>
              </c:ext>
            </c:extLst>
          </c:dPt>
          <c:dPt>
            <c:idx val="4"/>
            <c:bubble3D val="0"/>
            <c:spPr>
              <a:solidFill>
                <a:srgbClr val="7030A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B2C7-41EB-8D1B-53E94E0A891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Planilha1!$J$2:$J$6</c:f>
              <c:strCache>
                <c:ptCount val="5"/>
                <c:pt idx="0">
                  <c:v>FV</c:v>
                </c:pt>
                <c:pt idx="1">
                  <c:v>Hidro</c:v>
                </c:pt>
                <c:pt idx="2">
                  <c:v>Termica</c:v>
                </c:pt>
                <c:pt idx="3">
                  <c:v>Eólica</c:v>
                </c:pt>
                <c:pt idx="4">
                  <c:v>Nuclear</c:v>
                </c:pt>
              </c:strCache>
            </c:strRef>
          </c:cat>
          <c:val>
            <c:numRef>
              <c:f>Planilha1!$L$2:$L$6</c:f>
              <c:numCache>
                <c:formatCode>0%</c:formatCode>
                <c:ptCount val="5"/>
                <c:pt idx="0">
                  <c:v>0.11129155163583215</c:v>
                </c:pt>
                <c:pt idx="1">
                  <c:v>0.63117262745000058</c:v>
                </c:pt>
                <c:pt idx="2">
                  <c:v>9.2041323656169197E-2</c:v>
                </c:pt>
                <c:pt idx="3">
                  <c:v>0.1482929632359371</c:v>
                </c:pt>
                <c:pt idx="4">
                  <c:v>2.2060936153202333E-2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2C7-41EB-8D1B-53E94E0A891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9ACE6881-C581-7914-8E48-660D656E2508}"/>
              </a:ext>
            </a:extLst>
          </p:cNvPr>
          <p:cNvSpPr/>
          <p:nvPr userDrawn="1"/>
        </p:nvSpPr>
        <p:spPr>
          <a:xfrm>
            <a:off x="3577473" y="7938"/>
            <a:ext cx="8617702" cy="6858000"/>
          </a:xfrm>
          <a:prstGeom prst="rect">
            <a:avLst/>
          </a:prstGeom>
          <a:solidFill>
            <a:srgbClr val="1A2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F6DAD24-1A85-CB4D-E936-6A8283B169F5}"/>
              </a:ext>
            </a:extLst>
          </p:cNvPr>
          <p:cNvSpPr txBox="1">
            <a:spLocks/>
          </p:cNvSpPr>
          <p:nvPr userDrawn="1"/>
        </p:nvSpPr>
        <p:spPr>
          <a:xfrm>
            <a:off x="4513411" y="2117523"/>
            <a:ext cx="7069015" cy="1655762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9pPr>
          </a:lstStyle>
          <a:p>
            <a:pPr algn="ctr"/>
            <a:endParaRPr lang="pt-BR" sz="4800" kern="0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B4E42D0-3034-3D19-78CB-8527C2C73C48}"/>
              </a:ext>
            </a:extLst>
          </p:cNvPr>
          <p:cNvSpPr/>
          <p:nvPr userDrawn="1"/>
        </p:nvSpPr>
        <p:spPr>
          <a:xfrm>
            <a:off x="4093" y="6414599"/>
            <a:ext cx="12203113" cy="468923"/>
          </a:xfrm>
          <a:prstGeom prst="rect">
            <a:avLst/>
          </a:prstGeom>
          <a:solidFill>
            <a:srgbClr val="24B2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9AF28E28-02FB-3FC1-91B3-B089935C9B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486" y="2206014"/>
            <a:ext cx="5017477" cy="5017477"/>
          </a:xfrm>
          <a:prstGeom prst="rect">
            <a:avLst/>
          </a:prstGeom>
        </p:spPr>
      </p:pic>
      <p:pic>
        <p:nvPicPr>
          <p:cNvPr id="8" name="Imagem 7" descr="Logotipo, nome da empresa">
            <a:extLst>
              <a:ext uri="{FF2B5EF4-FFF2-40B4-BE49-F238E27FC236}">
                <a16:creationId xmlns:a16="http://schemas.microsoft.com/office/drawing/2014/main" id="{7F0FF1C7-63F8-68C8-99C7-82DB681DF2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28" y="37833"/>
            <a:ext cx="2485292" cy="1760927"/>
          </a:xfrm>
          <a:prstGeom prst="rect">
            <a:avLst/>
          </a:prstGeom>
        </p:spPr>
      </p:pic>
      <p:sp>
        <p:nvSpPr>
          <p:cNvPr id="9" name="CaixaDeTexto 10">
            <a:extLst>
              <a:ext uri="{FF2B5EF4-FFF2-40B4-BE49-F238E27FC236}">
                <a16:creationId xmlns:a16="http://schemas.microsoft.com/office/drawing/2014/main" id="{98F3E8B5-41AF-3BFB-2107-FBD4CB6DACE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67657" y="976435"/>
            <a:ext cx="2808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pt-BR" altLang="pt-BR" sz="1200" dirty="0">
                <a:solidFill>
                  <a:srgbClr val="0EB0A3"/>
                </a:solidFill>
                <a:latin typeface="Arial" panose="020B0604020202020204" pitchFamily="34" charset="0"/>
              </a:rPr>
              <a:t>Área reservada para logotipo do laboratório</a:t>
            </a:r>
          </a:p>
        </p:txBody>
      </p:sp>
      <p:sp>
        <p:nvSpPr>
          <p:cNvPr id="10" name="Text Box 44">
            <a:extLst>
              <a:ext uri="{FF2B5EF4-FFF2-40B4-BE49-F238E27FC236}">
                <a16:creationId xmlns:a16="http://schemas.microsoft.com/office/drawing/2014/main" id="{7F1576A6-E5BA-C71D-5DF2-2E60EE29E55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12678" y="5777178"/>
            <a:ext cx="5761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 sz="2000" b="1" dirty="0">
                <a:solidFill>
                  <a:schemeClr val="bg1"/>
                </a:solidFill>
              </a:rPr>
              <a:t>Autor:  </a:t>
            </a:r>
            <a:r>
              <a:rPr lang="pt-BR" altLang="pt-BR" sz="2000" b="1" dirty="0">
                <a:solidFill>
                  <a:schemeClr val="bg1"/>
                </a:solidFill>
                <a:latin typeface="+mn-lt"/>
              </a:rPr>
              <a:t>Insira seu Nome aqui</a:t>
            </a:r>
            <a:r>
              <a:rPr lang="pt-BR" altLang="pt-BR" sz="2000" b="1" dirty="0">
                <a:solidFill>
                  <a:srgbClr val="003366"/>
                </a:solidFill>
                <a:latin typeface="+mn-lt"/>
              </a:rPr>
              <a:t> </a:t>
            </a:r>
          </a:p>
        </p:txBody>
      </p:sp>
      <p:sp>
        <p:nvSpPr>
          <p:cNvPr id="11" name="Text Box 45">
            <a:extLst>
              <a:ext uri="{FF2B5EF4-FFF2-40B4-BE49-F238E27FC236}">
                <a16:creationId xmlns:a16="http://schemas.microsoft.com/office/drawing/2014/main" id="{4D861028-F49D-F60A-6C96-FF7C5A91F2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886942" y="5806546"/>
            <a:ext cx="197128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 dirty="0">
                <a:solidFill>
                  <a:srgbClr val="F49500"/>
                </a:solidFill>
                <a:latin typeface="+mn-lt"/>
              </a:rPr>
              <a:t>Dia/mês/ano</a:t>
            </a:r>
            <a:endParaRPr lang="pt-BR" altLang="pt-BR" dirty="0">
              <a:solidFill>
                <a:srgbClr val="FF9966"/>
              </a:solidFill>
              <a:latin typeface="+mn-lt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5519116-7F0C-A37B-2FCE-EC4859D0CE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2450" y="549275"/>
            <a:ext cx="2808288" cy="1223963"/>
          </a:xfrm>
          <a:prstGeom prst="rect">
            <a:avLst/>
          </a:prstGeom>
          <a:noFill/>
          <a:ln w="9525" algn="ctr">
            <a:solidFill>
              <a:srgbClr val="0EB0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369395" y="2130425"/>
            <a:ext cx="6911380" cy="14700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pt-BR" sz="2800" b="1" kern="0" dirty="0">
                <a:solidFill>
                  <a:schemeClr val="bg1"/>
                </a:solidFill>
              </a:rPr>
              <a:t>INSIRA O TÍTULO DA SUA APRESENTAÇÃO AQUI</a:t>
            </a:r>
            <a:endParaRPr lang="pt-BR" sz="2800" kern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316346" y="3762535"/>
            <a:ext cx="5017477" cy="69492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bg1"/>
                </a:solidFill>
                <a:latin typeface="+mn-lt"/>
              </a:rPr>
              <a:t>Subtítulo da apresentação</a:t>
            </a:r>
          </a:p>
        </p:txBody>
      </p:sp>
    </p:spTree>
    <p:extLst>
      <p:ext uri="{BB962C8B-B14F-4D97-AF65-F5344CB8AC3E}">
        <p14:creationId xmlns:p14="http://schemas.microsoft.com/office/powerpoint/2010/main" val="1628325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/>
          <a:lstStyle>
            <a:lvl1pPr>
              <a:defRPr sz="3600" b="1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5975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4" name="Imagem 3" descr="Logotipo, nome da empresa">
            <a:extLst>
              <a:ext uri="{FF2B5EF4-FFF2-40B4-BE49-F238E27FC236}">
                <a16:creationId xmlns:a16="http://schemas.microsoft.com/office/drawing/2014/main" id="{B2CCB3B8-8362-9485-0080-9B190D5D95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04"/>
          <a:stretch/>
        </p:blipFill>
        <p:spPr>
          <a:xfrm>
            <a:off x="10397617" y="5589239"/>
            <a:ext cx="1460609" cy="8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332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47254" y="2816846"/>
            <a:ext cx="10366375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47255" y="1178893"/>
            <a:ext cx="10366375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4" name="Imagem 3" descr="Logotipo, nome da empresa">
            <a:extLst>
              <a:ext uri="{FF2B5EF4-FFF2-40B4-BE49-F238E27FC236}">
                <a16:creationId xmlns:a16="http://schemas.microsoft.com/office/drawing/2014/main" id="{CB66920C-C799-28BB-6D95-F6D4D86170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04"/>
          <a:stretch/>
        </p:blipFill>
        <p:spPr>
          <a:xfrm>
            <a:off x="10397617" y="5589239"/>
            <a:ext cx="1460609" cy="8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80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1788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3788" y="1600200"/>
            <a:ext cx="5411787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5" name="Imagem 4" descr="Logotipo, nome da empresa">
            <a:extLst>
              <a:ext uri="{FF2B5EF4-FFF2-40B4-BE49-F238E27FC236}">
                <a16:creationId xmlns:a16="http://schemas.microsoft.com/office/drawing/2014/main" id="{9A7A1897-65E4-06C1-56F0-3AA88CBB1E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04"/>
          <a:stretch/>
        </p:blipFill>
        <p:spPr>
          <a:xfrm>
            <a:off x="10397617" y="5589239"/>
            <a:ext cx="1460609" cy="8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4921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154350FF-57B4-1BC5-A282-4400318BE1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29"/>
          <a:stretch/>
        </p:blipFill>
        <p:spPr bwMode="auto">
          <a:xfrm>
            <a:off x="1588" y="6126162"/>
            <a:ext cx="121920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79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79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4425" y="1535113"/>
            <a:ext cx="539115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4425" y="2174875"/>
            <a:ext cx="539115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4C1A8C2-5553-9A11-C270-614501976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751" r="84846" b="78350"/>
          <a:stretch/>
        </p:blipFill>
        <p:spPr bwMode="auto">
          <a:xfrm>
            <a:off x="10778107" y="5561427"/>
            <a:ext cx="1080120" cy="92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45103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1946A4-1050-F373-1E36-ACE18EADCB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00"/>
          <a:stretch/>
        </p:blipFill>
        <p:spPr bwMode="auto">
          <a:xfrm>
            <a:off x="1588" y="1556792"/>
            <a:ext cx="12192000" cy="5301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49115" y="274638"/>
            <a:ext cx="9736460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0707C2-0D50-C594-A42F-EF67A0C66B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751" r="84846" b="78350"/>
          <a:stretch/>
        </p:blipFill>
        <p:spPr bwMode="auto">
          <a:xfrm>
            <a:off x="10778107" y="5561427"/>
            <a:ext cx="1080120" cy="92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953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0C2FF75-425D-605B-A91A-6DA4B5E4B6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74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7263" y="273050"/>
            <a:ext cx="6818312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1F31F8-B6F7-C402-58BA-AB1FFB6114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29"/>
          <a:stretch/>
        </p:blipFill>
        <p:spPr bwMode="auto">
          <a:xfrm>
            <a:off x="1588" y="6126162"/>
            <a:ext cx="121920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D4FC8C1A-EF78-EA01-E262-06DB5E9AC2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751" r="84846" b="78350"/>
          <a:stretch/>
        </p:blipFill>
        <p:spPr bwMode="auto">
          <a:xfrm>
            <a:off x="10778107" y="5561427"/>
            <a:ext cx="1080120" cy="92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8349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F1E4E41-9B7C-F9F6-1BDB-C95F387DB2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29"/>
          <a:stretch/>
        </p:blipFill>
        <p:spPr bwMode="auto">
          <a:xfrm>
            <a:off x="1588" y="6126162"/>
            <a:ext cx="12192000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6788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6788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6788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08BA773-68D2-28F8-E0CD-876581EE9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751" r="84846" b="78350"/>
          <a:stretch/>
        </p:blipFill>
        <p:spPr bwMode="auto">
          <a:xfrm>
            <a:off x="10778107" y="5561427"/>
            <a:ext cx="1080120" cy="92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9062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1143000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5975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4A29253-0913-0E34-EF0B-17C956AF1C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751" r="84846" b="78350"/>
          <a:stretch/>
        </p:blipFill>
        <p:spPr bwMode="auto">
          <a:xfrm rot="5400000">
            <a:off x="69540" y="5663254"/>
            <a:ext cx="1080120" cy="92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5312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42375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80375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A86A7E7-31DD-7FC6-DD1E-D588752315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51" t="2751" r="84846" b="78350"/>
          <a:stretch/>
        </p:blipFill>
        <p:spPr bwMode="auto">
          <a:xfrm rot="5400000">
            <a:off x="69540" y="5663254"/>
            <a:ext cx="1080120" cy="92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891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5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Humanst521 BT" pitchFamily="34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4538" indent="-287338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1141413" indent="-2270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1598613" indent="-228600" algn="l" rtl="0" eaLnBrk="1" fontAlgn="base" hangingPunct="1">
        <a:spcBef>
          <a:spcPct val="20000"/>
        </a:spcBef>
        <a:spcAft>
          <a:spcPct val="0"/>
        </a:spcAft>
        <a:buChar char="–"/>
        <a:defRPr sz="1900">
          <a:solidFill>
            <a:schemeClr val="tx1"/>
          </a:solidFill>
          <a:latin typeface="+mn-lt"/>
          <a:cs typeface="+mn-cs"/>
        </a:defRPr>
      </a:lvl4pPr>
      <a:lvl5pPr marL="2055813" indent="-228600" algn="l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  <a:cs typeface="+mn-cs"/>
        </a:defRPr>
      </a:lvl5pPr>
      <a:lvl6pPr marL="2513013" indent="-228600" algn="l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  <a:cs typeface="+mn-cs"/>
        </a:defRPr>
      </a:lvl6pPr>
      <a:lvl7pPr marL="2970213" indent="-228600" algn="l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  <a:cs typeface="+mn-cs"/>
        </a:defRPr>
      </a:lvl7pPr>
      <a:lvl8pPr marL="3427413" indent="-228600" algn="l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  <a:cs typeface="+mn-cs"/>
        </a:defRPr>
      </a:lvl8pPr>
      <a:lvl9pPr marL="3884613" indent="-228600" algn="l" rtl="0" eaLnBrk="1" fontAlgn="base" hangingPunct="1">
        <a:spcBef>
          <a:spcPct val="20000"/>
        </a:spcBef>
        <a:spcAft>
          <a:spcPct val="0"/>
        </a:spcAft>
        <a:buChar char="»"/>
        <a:defRPr sz="19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AECD0359-B47E-E549-B2AE-A3E136BB1294}"/>
              </a:ext>
            </a:extLst>
          </p:cNvPr>
          <p:cNvSpPr/>
          <p:nvPr/>
        </p:nvSpPr>
        <p:spPr>
          <a:xfrm>
            <a:off x="3577473" y="7938"/>
            <a:ext cx="8617702" cy="6858000"/>
          </a:xfrm>
          <a:prstGeom prst="rect">
            <a:avLst/>
          </a:prstGeom>
          <a:solidFill>
            <a:srgbClr val="1A2B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014CD8FE-D681-B485-35E1-29406CB010CE}"/>
              </a:ext>
            </a:extLst>
          </p:cNvPr>
          <p:cNvSpPr txBox="1">
            <a:spLocks/>
          </p:cNvSpPr>
          <p:nvPr/>
        </p:nvSpPr>
        <p:spPr>
          <a:xfrm>
            <a:off x="4022732" y="2048633"/>
            <a:ext cx="7992888" cy="1655762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2"/>
                </a:solidFill>
                <a:latin typeface="Humanst521 BT" pitchFamily="34" charset="0"/>
                <a:cs typeface="Arial" charset="0"/>
              </a:defRPr>
            </a:lvl9pPr>
          </a:lstStyle>
          <a:p>
            <a:pPr algn="ctr"/>
            <a:r>
              <a:rPr lang="pt-BR" sz="4800" b="1" kern="0" dirty="0">
                <a:solidFill>
                  <a:schemeClr val="bg1"/>
                </a:solidFill>
              </a:rPr>
              <a:t>Modulação e Valor da Energia</a:t>
            </a:r>
            <a:endParaRPr lang="pt-BR" sz="4800" kern="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0F23AC3-A432-2824-4942-3C86E17A2429}"/>
              </a:ext>
            </a:extLst>
          </p:cNvPr>
          <p:cNvSpPr/>
          <p:nvPr/>
        </p:nvSpPr>
        <p:spPr>
          <a:xfrm>
            <a:off x="4093" y="6414599"/>
            <a:ext cx="12203113" cy="468923"/>
          </a:xfrm>
          <a:prstGeom prst="rect">
            <a:avLst/>
          </a:prstGeom>
          <a:solidFill>
            <a:srgbClr val="24B2A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F0BE1792-AFFC-16D5-53C5-5D9406B73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3486" y="2206014"/>
            <a:ext cx="5017477" cy="5017477"/>
          </a:xfrm>
          <a:prstGeom prst="rect">
            <a:avLst/>
          </a:prstGeom>
        </p:spPr>
      </p:pic>
      <p:pic>
        <p:nvPicPr>
          <p:cNvPr id="9" name="Imagem 8" descr="Logotipo, nome da empresa">
            <a:extLst>
              <a:ext uri="{FF2B5EF4-FFF2-40B4-BE49-F238E27FC236}">
                <a16:creationId xmlns:a16="http://schemas.microsoft.com/office/drawing/2014/main" id="{41D1DB74-79B7-8311-4C51-2C9F54E6F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0328" y="37833"/>
            <a:ext cx="2485292" cy="1760927"/>
          </a:xfrm>
          <a:prstGeom prst="rect">
            <a:avLst/>
          </a:prstGeom>
        </p:spPr>
      </p:pic>
      <p:sp>
        <p:nvSpPr>
          <p:cNvPr id="2050" name="Text Box 44">
            <a:extLst>
              <a:ext uri="{FF2B5EF4-FFF2-40B4-BE49-F238E27FC236}">
                <a16:creationId xmlns:a16="http://schemas.microsoft.com/office/drawing/2014/main" id="{C016AF52-B2E1-71FE-8735-F9F1D7C3D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2678" y="5777178"/>
            <a:ext cx="57610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 sz="2000" b="1" dirty="0">
                <a:solidFill>
                  <a:schemeClr val="bg1"/>
                </a:solidFill>
              </a:rPr>
              <a:t>Autor:  </a:t>
            </a:r>
            <a:r>
              <a:rPr lang="pt-BR" altLang="pt-BR" sz="2000" b="1" dirty="0">
                <a:solidFill>
                  <a:schemeClr val="bg1"/>
                </a:solidFill>
                <a:latin typeface="+mn-lt"/>
              </a:rPr>
              <a:t>Jonathan Veiga Velasco</a:t>
            </a:r>
            <a:endParaRPr lang="pt-BR" altLang="pt-BR" sz="2000" b="1" dirty="0">
              <a:solidFill>
                <a:srgbClr val="003366"/>
              </a:solidFill>
              <a:latin typeface="+mn-lt"/>
            </a:endParaRPr>
          </a:p>
        </p:txBody>
      </p:sp>
      <p:sp>
        <p:nvSpPr>
          <p:cNvPr id="2054" name="Text Box 45">
            <a:extLst>
              <a:ext uri="{FF2B5EF4-FFF2-40B4-BE49-F238E27FC236}">
                <a16:creationId xmlns:a16="http://schemas.microsoft.com/office/drawing/2014/main" id="{1D749F50-1DDF-DED3-9E30-38DE59A71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6942" y="5806546"/>
            <a:ext cx="1971285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pt-BR" altLang="pt-BR" dirty="0">
                <a:solidFill>
                  <a:srgbClr val="F49500"/>
                </a:solidFill>
                <a:latin typeface="+mn-lt"/>
              </a:rPr>
              <a:t>9/06/2025</a:t>
            </a:r>
            <a:endParaRPr lang="pt-BR" altLang="pt-BR" dirty="0">
              <a:solidFill>
                <a:srgbClr val="FF9966"/>
              </a:solidFill>
              <a:latin typeface="+mn-lt"/>
            </a:endParaRPr>
          </a:p>
        </p:txBody>
      </p:sp>
      <p:sp>
        <p:nvSpPr>
          <p:cNvPr id="2055" name="Text Box 46">
            <a:extLst>
              <a:ext uri="{FF2B5EF4-FFF2-40B4-BE49-F238E27FC236}">
                <a16:creationId xmlns:a16="http://schemas.microsoft.com/office/drawing/2014/main" id="{E4B5A0CE-FA4A-148A-0903-51F6C8BD3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467" y="3143332"/>
            <a:ext cx="6114764" cy="1200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pt-BR" altLang="pt-BR" sz="2400" b="1" dirty="0">
                <a:solidFill>
                  <a:schemeClr val="bg1"/>
                </a:solidFill>
                <a:latin typeface="+mn-lt"/>
              </a:rPr>
              <a:t>Aplicação da Metodologia de Modulação para avaliar benefícios de diversas fontes para a flexibilidade no SIN</a:t>
            </a:r>
          </a:p>
        </p:txBody>
      </p:sp>
      <p:sp>
        <p:nvSpPr>
          <p:cNvPr id="2057" name="Retângulo 12">
            <a:extLst>
              <a:ext uri="{FF2B5EF4-FFF2-40B4-BE49-F238E27FC236}">
                <a16:creationId xmlns:a16="http://schemas.microsoft.com/office/drawing/2014/main" id="{B3B7A26F-D922-26D2-8726-66899B567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549275"/>
            <a:ext cx="2808288" cy="1223963"/>
          </a:xfrm>
          <a:prstGeom prst="rect">
            <a:avLst/>
          </a:prstGeom>
          <a:noFill/>
          <a:ln w="9525" algn="ctr">
            <a:solidFill>
              <a:srgbClr val="0EB0A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4FB27D2-5C12-CBE2-6330-ED1189633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Matriz Elétrica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4A30CF3-13A0-263A-A837-F12279750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5975" cy="1143001"/>
          </a:xfrm>
        </p:spPr>
        <p:txBody>
          <a:bodyPr/>
          <a:lstStyle/>
          <a:p>
            <a:r>
              <a:rPr lang="pt-BR" dirty="0"/>
              <a:t>Período de estudo desde 01/2024 a 05/2025</a:t>
            </a:r>
          </a:p>
          <a:p>
            <a:r>
              <a:rPr lang="pt-BR" dirty="0"/>
              <a:t>Carga média no Sistema Interligado Nacional foi de 80 052 </a:t>
            </a:r>
            <a:r>
              <a:rPr lang="pt-BR" dirty="0" err="1"/>
              <a:t>MWm</a:t>
            </a:r>
            <a:endParaRPr lang="pt-BR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74B79701-B3A2-7AC1-7CEA-C2B2E973B8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9431711"/>
              </p:ext>
            </p:extLst>
          </p:nvPr>
        </p:nvGraphicFramePr>
        <p:xfrm>
          <a:off x="2785219" y="2852936"/>
          <a:ext cx="4881324" cy="35041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747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8870D1-172F-E82B-AAB2-755BADF1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Serviço de Modulação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B34F22FD-A909-C64B-C6D4-AAC9675E4BA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9599" y="1600200"/>
                <a:ext cx="6280075" cy="4525963"/>
              </a:xfrm>
            </p:spPr>
            <p:txBody>
              <a:bodyPr/>
              <a:lstStyle/>
              <a:p>
                <a:pPr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pt-BR" dirty="0"/>
                  <a:t>Mede o benefício da participação de cada fonte.</a:t>
                </a:r>
              </a:p>
              <a:p>
                <a:pPr algn="ctr">
                  <a:spcBef>
                    <a:spcPts val="2400"/>
                  </a:spcBef>
                  <a:spcAft>
                    <a:spcPts val="600"/>
                  </a:spcAft>
                </a:pPr>
                <a:r>
                  <a:rPr lang="pt-BR" dirty="0"/>
                  <a:t>Fator de participação de cada fonte: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𝑝𝑎𝑟𝑡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𝑔𝑒𝑟</m:t>
                            </m:r>
                          </m:e>
                        </m:nary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sSub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𝑑𝑒𝑚</m:t>
                            </m:r>
                          </m:sub>
                        </m:sSub>
                      </m:den>
                    </m:f>
                  </m:oMath>
                </a14:m>
                <a:endParaRPr lang="pt-BR" dirty="0"/>
              </a:p>
              <a:p>
                <a:pPr>
                  <a:spcBef>
                    <a:spcPts val="24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𝑀𝑜𝑑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𝐶𝑀𝑂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⋅(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𝑝𝑎𝑟𝑡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𝑑𝑒𝑚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𝑔𝑒𝑟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b="0" dirty="0"/>
              </a:p>
              <a:p>
                <a:pPr>
                  <a:spcBef>
                    <a:spcPts val="2400"/>
                  </a:spcBef>
                  <a:spcAft>
                    <a:spcPts val="600"/>
                  </a:spcAft>
                </a:pPr>
                <a:endParaRPr lang="pt-BR" dirty="0"/>
              </a:p>
              <a:p>
                <a:pPr>
                  <a:spcBef>
                    <a:spcPts val="2400"/>
                  </a:spcBef>
                  <a:spcAft>
                    <a:spcPts val="600"/>
                  </a:spcAft>
                </a:pPr>
                <a:endParaRPr lang="pt-BR" dirty="0"/>
              </a:p>
            </p:txBody>
          </p:sp>
        </mc:Choice>
        <mc:Fallback xmlns="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B34F22FD-A909-C64B-C6D4-AAC9675E4B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9599" y="1600200"/>
                <a:ext cx="6280075" cy="4525963"/>
              </a:xfrm>
              <a:blipFill>
                <a:blip r:embed="rId2"/>
                <a:stretch>
                  <a:fillRect l="-2039" t="-148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Espaço Reservado para Conteúdo 9">
            <a:extLst>
              <a:ext uri="{FF2B5EF4-FFF2-40B4-BE49-F238E27FC236}">
                <a16:creationId xmlns:a16="http://schemas.microsoft.com/office/drawing/2014/main" id="{E1B4C08F-44DD-9D59-AC7B-CDABAA44877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2032721"/>
              </p:ext>
            </p:extLst>
          </p:nvPr>
        </p:nvGraphicFramePr>
        <p:xfrm>
          <a:off x="7897787" y="1196752"/>
          <a:ext cx="3327748" cy="3889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874">
                  <a:extLst>
                    <a:ext uri="{9D8B030D-6E8A-4147-A177-3AD203B41FA5}">
                      <a16:colId xmlns:a16="http://schemas.microsoft.com/office/drawing/2014/main" val="2130938110"/>
                    </a:ext>
                  </a:extLst>
                </a:gridCol>
                <a:gridCol w="1663874">
                  <a:extLst>
                    <a:ext uri="{9D8B030D-6E8A-4147-A177-3AD203B41FA5}">
                      <a16:colId xmlns:a16="http://schemas.microsoft.com/office/drawing/2014/main" val="4042162042"/>
                    </a:ext>
                  </a:extLst>
                </a:gridCol>
              </a:tblGrid>
              <a:tr h="694710">
                <a:tc>
                  <a:txBody>
                    <a:bodyPr/>
                    <a:lstStyle/>
                    <a:p>
                      <a:pPr lvl="0" algn="ctr"/>
                      <a:r>
                        <a:rPr lang="pt-BR" sz="2000" dirty="0"/>
                        <a:t>Fonte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Modulação </a:t>
                      </a:r>
                      <a:br>
                        <a:rPr lang="pt-BR" sz="2000" dirty="0"/>
                      </a:br>
                      <a:r>
                        <a:rPr lang="pt-BR" sz="2000" dirty="0"/>
                        <a:t>(bi R$)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028276"/>
                  </a:ext>
                </a:extLst>
              </a:tr>
              <a:tr h="63777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FV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-2.700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58044762"/>
                  </a:ext>
                </a:extLst>
              </a:tr>
              <a:tr h="63777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Hidro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-5.240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1614189"/>
                  </a:ext>
                </a:extLst>
              </a:tr>
              <a:tr h="63777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Térmica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4.460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4215854"/>
                  </a:ext>
                </a:extLst>
              </a:tr>
              <a:tr h="63777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Eólica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3.230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9236636"/>
                  </a:ext>
                </a:extLst>
              </a:tr>
              <a:tr h="63777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Nuclear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-0.060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3208455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C1C81B77-EF83-9408-8547-5BB64A490A69}"/>
              </a:ext>
            </a:extLst>
          </p:cNvPr>
          <p:cNvSpPr txBox="1"/>
          <p:nvPr/>
        </p:nvSpPr>
        <p:spPr>
          <a:xfrm>
            <a:off x="9586134" y="724634"/>
            <a:ext cx="10951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b="1" dirty="0">
                <a:solidFill>
                  <a:schemeClr val="lt1"/>
                </a:solidFill>
                <a:latin typeface="+mn-lt"/>
                <a:cs typeface="+mn-cs"/>
              </a:rPr>
              <a:t>Spoiler!!</a:t>
            </a:r>
            <a:endParaRPr lang="pt-BR" dirty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620BD481-42FC-60EC-74FE-A89D88775095}"/>
              </a:ext>
            </a:extLst>
          </p:cNvPr>
          <p:cNvSpPr/>
          <p:nvPr/>
        </p:nvSpPr>
        <p:spPr bwMode="auto">
          <a:xfrm>
            <a:off x="2641203" y="3429000"/>
            <a:ext cx="1008112" cy="648072"/>
          </a:xfrm>
          <a:prstGeom prst="rect">
            <a:avLst/>
          </a:prstGeom>
          <a:noFill/>
          <a:ln w="28575" cap="flat" cmpd="sng" algn="ctr">
            <a:solidFill>
              <a:srgbClr val="49BF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Candara" pitchFamily="34" charset="0"/>
              <a:cs typeface="Arial" charset="0"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9D2F96C-4292-D74F-E89F-91B455AE257C}"/>
              </a:ext>
            </a:extLst>
          </p:cNvPr>
          <p:cNvSpPr/>
          <p:nvPr/>
        </p:nvSpPr>
        <p:spPr bwMode="auto">
          <a:xfrm>
            <a:off x="913011" y="4293096"/>
            <a:ext cx="936104" cy="648072"/>
          </a:xfrm>
          <a:prstGeom prst="rect">
            <a:avLst/>
          </a:prstGeom>
          <a:noFill/>
          <a:ln w="28575" cap="flat" cmpd="sng" algn="ctr">
            <a:solidFill>
              <a:srgbClr val="F3951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Candar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2182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Diagrama">
            <a:extLst>
              <a:ext uri="{FF2B5EF4-FFF2-40B4-BE49-F238E27FC236}">
                <a16:creationId xmlns:a16="http://schemas.microsoft.com/office/drawing/2014/main" id="{1C22AE62-2FAF-39B9-E65B-2BC6E7E408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6" r="3878"/>
          <a:stretch/>
        </p:blipFill>
        <p:spPr bwMode="auto">
          <a:xfrm>
            <a:off x="1320042" y="1417638"/>
            <a:ext cx="9555089" cy="45365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F184D607-E25F-B0D0-4369-79A25A6B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Metodologia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68A9AC-A320-2B00-767A-D073247B41C0}"/>
              </a:ext>
            </a:extLst>
          </p:cNvPr>
          <p:cNvSpPr/>
          <p:nvPr/>
        </p:nvSpPr>
        <p:spPr bwMode="auto">
          <a:xfrm>
            <a:off x="1320042" y="2852936"/>
            <a:ext cx="2473289" cy="792088"/>
          </a:xfrm>
          <a:prstGeom prst="rect">
            <a:avLst/>
          </a:prstGeom>
          <a:noFill/>
          <a:ln w="28575" cap="flat" cmpd="sng" algn="ctr">
            <a:solidFill>
              <a:srgbClr val="49BFB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Candara" pitchFamily="34" charset="0"/>
              <a:cs typeface="Arial" charset="0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320712D-C921-1350-1F02-C5DB2B8EC2A4}"/>
              </a:ext>
            </a:extLst>
          </p:cNvPr>
          <p:cNvSpPr/>
          <p:nvPr/>
        </p:nvSpPr>
        <p:spPr bwMode="auto">
          <a:xfrm>
            <a:off x="8473851" y="4792290"/>
            <a:ext cx="2520280" cy="868958"/>
          </a:xfrm>
          <a:prstGeom prst="rect">
            <a:avLst/>
          </a:prstGeom>
          <a:noFill/>
          <a:ln w="28575" cap="flat" cmpd="sng" algn="ctr">
            <a:solidFill>
              <a:srgbClr val="F3951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>
              <a:ln>
                <a:noFill/>
              </a:ln>
              <a:solidFill>
                <a:srgbClr val="333333"/>
              </a:solidFill>
              <a:effectLst/>
              <a:latin typeface="Candar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449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5470799-1928-5088-4108-ACC100C71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7" y="116632"/>
            <a:ext cx="9736460" cy="490066"/>
          </a:xfrm>
        </p:spPr>
        <p:txBody>
          <a:bodyPr/>
          <a:lstStyle/>
          <a:p>
            <a:r>
              <a:rPr lang="pt-BR" dirty="0"/>
              <a:t>Geração Modulada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5AC8A2C-027F-B045-DA68-79129E309528}"/>
              </a:ext>
            </a:extLst>
          </p:cNvPr>
          <p:cNvGrpSpPr/>
          <p:nvPr/>
        </p:nvGrpSpPr>
        <p:grpSpPr>
          <a:xfrm>
            <a:off x="0" y="836713"/>
            <a:ext cx="12195175" cy="5247626"/>
            <a:chOff x="702001" y="751531"/>
            <a:chExt cx="10068941" cy="4332700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8C3342BB-FA24-1FD9-0B27-EC18D78C8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001" y="764704"/>
              <a:ext cx="3328589" cy="2131705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095A3A85-9F42-2108-B983-866F3F8AE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58492" y="764704"/>
              <a:ext cx="3328589" cy="2154491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A14C3010-D26F-A2DD-8597-3B03D6F18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2353" y="751531"/>
              <a:ext cx="3328589" cy="2166350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FB8408E-0318-3A94-7C62-94D0876D6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01" y="2917881"/>
              <a:ext cx="3328589" cy="2166350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12F6CBC9-4F46-3338-02EB-29BB31711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38550" y="2917881"/>
              <a:ext cx="3398586" cy="2166350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63D1F2CF-889D-3B5B-360E-A07F4F32C2B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24789" y="2917881"/>
              <a:ext cx="3328589" cy="21663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8857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50AF5-55C1-18E8-C022-27FCC0715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3807ED47-C032-9163-06D6-F44839C05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7" y="116632"/>
            <a:ext cx="9736460" cy="490066"/>
          </a:xfrm>
        </p:spPr>
        <p:txBody>
          <a:bodyPr/>
          <a:lstStyle/>
          <a:p>
            <a:r>
              <a:rPr lang="pt-BR" dirty="0"/>
              <a:t>Diferença de Geração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BB3A57C-D974-8657-59E6-14B5527DDCCA}"/>
              </a:ext>
            </a:extLst>
          </p:cNvPr>
          <p:cNvGrpSpPr/>
          <p:nvPr/>
        </p:nvGrpSpPr>
        <p:grpSpPr>
          <a:xfrm>
            <a:off x="0" y="851549"/>
            <a:ext cx="12195175" cy="5231272"/>
            <a:chOff x="702001" y="763780"/>
            <a:chExt cx="10068941" cy="4319198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AEE57996-B97D-6E73-E7AC-0FD4ED386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2001" y="764704"/>
              <a:ext cx="3328589" cy="2131705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6097CBE0-23AC-A8C3-3218-12D8C5E06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58492" y="778831"/>
              <a:ext cx="3328589" cy="2126237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ACC209D1-ECD2-9DB3-8E4B-E47BA7277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42353" y="763780"/>
              <a:ext cx="3328589" cy="2141851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57E8B0DF-AF4E-1B6A-0584-9EFEB9BE4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2001" y="2919133"/>
              <a:ext cx="3328589" cy="2163845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CB57E561-D394-693F-59E6-41E56A3ED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38550" y="2922329"/>
              <a:ext cx="3398586" cy="2157455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D60A29E3-F606-7EAB-1F35-33B1B0DBECC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24789" y="2930130"/>
              <a:ext cx="3328589" cy="21418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81922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363D-DAC6-5BCE-AA1A-7656D7EC5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696F4705-7FCF-90A1-D009-7A0619951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7" y="116632"/>
            <a:ext cx="9736460" cy="490066"/>
          </a:xfrm>
        </p:spPr>
        <p:txBody>
          <a:bodyPr/>
          <a:lstStyle/>
          <a:p>
            <a:r>
              <a:rPr lang="pt-BR" dirty="0"/>
              <a:t>CMO para valoração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00F79336-9550-1E57-630B-2E23A39655D5}"/>
              </a:ext>
            </a:extLst>
          </p:cNvPr>
          <p:cNvGrpSpPr/>
          <p:nvPr/>
        </p:nvGrpSpPr>
        <p:grpSpPr>
          <a:xfrm>
            <a:off x="0" y="865967"/>
            <a:ext cx="12195175" cy="5123597"/>
            <a:chOff x="702001" y="775685"/>
            <a:chExt cx="10068941" cy="4230296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5111FFA7-5DE5-8CBF-2B3B-D05849B31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2001" y="775685"/>
              <a:ext cx="3328589" cy="2109742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9E1EE3CF-36F6-D43C-214B-293647A17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58492" y="854493"/>
              <a:ext cx="3328589" cy="1974914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213A3863-24FB-6EF6-9700-21F5DDC04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42353" y="839997"/>
              <a:ext cx="3328589" cy="1989417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47EBDFDE-FEC4-6D57-2515-6B0FF3901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2001" y="2996129"/>
              <a:ext cx="3328589" cy="200985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EC8FCA2A-77DE-2992-A05A-78BC802E0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38550" y="2997208"/>
              <a:ext cx="3398586" cy="2007697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99321546-1D99-5FDC-C32C-8B1340C7E84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24789" y="3006346"/>
              <a:ext cx="3328589" cy="1989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3277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C6FA-306A-024F-CA70-8CEBA52B6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A9BE641-33E0-3B31-1CBF-E5427801A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7" y="116632"/>
            <a:ext cx="9736460" cy="490066"/>
          </a:xfrm>
        </p:spPr>
        <p:txBody>
          <a:bodyPr/>
          <a:lstStyle/>
          <a:p>
            <a:r>
              <a:rPr lang="pt-BR" dirty="0"/>
              <a:t>Valoração da Modulação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D9D68F2-3553-CADC-3996-E0670329ED40}"/>
              </a:ext>
            </a:extLst>
          </p:cNvPr>
          <p:cNvGrpSpPr/>
          <p:nvPr/>
        </p:nvGrpSpPr>
        <p:grpSpPr>
          <a:xfrm>
            <a:off x="0" y="865967"/>
            <a:ext cx="12181999" cy="5123597"/>
            <a:chOff x="702001" y="775685"/>
            <a:chExt cx="10058062" cy="4230296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5ACE1B75-CB9A-4EA5-D344-CC49CB3DB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2001" y="775685"/>
              <a:ext cx="3328589" cy="2109742"/>
            </a:xfrm>
            <a:prstGeom prst="rect">
              <a:avLst/>
            </a:prstGeom>
          </p:spPr>
        </p:pic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747B088C-82D3-BC61-C22C-C6D1FB9DE7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69370" y="854493"/>
              <a:ext cx="3306832" cy="1974914"/>
            </a:xfrm>
            <a:prstGeom prst="rect">
              <a:avLst/>
            </a:prstGeom>
          </p:spPr>
        </p:pic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A13A8A5D-11A0-825D-E218-F46E8667C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453232" y="839997"/>
              <a:ext cx="3306831" cy="1989417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6D96A0C2-43C7-16B4-4251-7595F30E5E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04444" y="2996129"/>
              <a:ext cx="3323703" cy="2009852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560726DC-4DE6-A9C9-78E1-4032721BF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341008" y="2997208"/>
              <a:ext cx="3393670" cy="2007697"/>
            </a:xfrm>
            <a:prstGeom prst="rect">
              <a:avLst/>
            </a:prstGeom>
          </p:spPr>
        </p:pic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2F470365-D085-83A7-9ADA-9C0DA7B7F62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051380" y="3006346"/>
              <a:ext cx="3275407" cy="19894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5254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7BCA16F-A882-6C68-EF6F-DAA14E1CD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5975" cy="639762"/>
          </a:xfrm>
        </p:spPr>
        <p:txBody>
          <a:bodyPr/>
          <a:lstStyle/>
          <a:p>
            <a:r>
              <a:rPr lang="pt-BR" sz="3600" dirty="0"/>
              <a:t>Conclusão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699DA391-D7FD-EB8F-54C4-666EE2C75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7635" y="879711"/>
            <a:ext cx="5387975" cy="639762"/>
          </a:xfrm>
        </p:spPr>
        <p:txBody>
          <a:bodyPr/>
          <a:lstStyle/>
          <a:p>
            <a:r>
              <a:rPr lang="pt-BR" dirty="0"/>
              <a:t>Resultados preliminares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569811DB-CA28-BBBD-0266-3B99F90AD1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2460" y="879711"/>
            <a:ext cx="5391150" cy="639762"/>
          </a:xfrm>
        </p:spPr>
        <p:txBody>
          <a:bodyPr/>
          <a:lstStyle/>
          <a:p>
            <a:r>
              <a:rPr lang="pt-BR" dirty="0"/>
              <a:t>Atividades Futuras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AD351E6C-5BAC-FABE-3197-3B434658FB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3518" y="1772816"/>
            <a:ext cx="5391150" cy="4205473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pt-BR" sz="2000" dirty="0"/>
              <a:t>Fazer modulação em períodos menores </a:t>
            </a:r>
            <a:br>
              <a:rPr lang="pt-BR" sz="2000" dirty="0"/>
            </a:br>
            <a:r>
              <a:rPr lang="pt-BR" sz="2000" dirty="0"/>
              <a:t>(6 em 6 meses) e avaliar a modulação semanal (eólica e UHE)</a:t>
            </a:r>
          </a:p>
          <a:p>
            <a:pPr>
              <a:spcBef>
                <a:spcPts val="1800"/>
              </a:spcBef>
            </a:pPr>
            <a:r>
              <a:rPr lang="pt-BR" sz="2000" dirty="0"/>
              <a:t>Avaliar modulação em quarto de dia (solar)</a:t>
            </a:r>
          </a:p>
          <a:p>
            <a:pPr>
              <a:spcBef>
                <a:spcPts val="1800"/>
              </a:spcBef>
            </a:pPr>
            <a:r>
              <a:rPr lang="pt-BR" sz="2000" dirty="0"/>
              <a:t>Considerar os intercâmbios</a:t>
            </a:r>
          </a:p>
          <a:p>
            <a:pPr>
              <a:spcBef>
                <a:spcPts val="1800"/>
              </a:spcBef>
            </a:pPr>
            <a:r>
              <a:rPr lang="pt-BR" sz="2000" dirty="0"/>
              <a:t>Modular por subsistema</a:t>
            </a:r>
          </a:p>
          <a:p>
            <a:pPr>
              <a:spcBef>
                <a:spcPts val="1800"/>
              </a:spcBef>
            </a:pPr>
            <a:r>
              <a:rPr lang="pt-BR" sz="2000" dirty="0"/>
              <a:t>Adquirir dados de geração máxima e geração mínima para avaliar violações</a:t>
            </a:r>
          </a:p>
        </p:txBody>
      </p:sp>
      <p:graphicFrame>
        <p:nvGraphicFramePr>
          <p:cNvPr id="11" name="Espaço Reservado para Conteúdo 9">
            <a:extLst>
              <a:ext uri="{FF2B5EF4-FFF2-40B4-BE49-F238E27FC236}">
                <a16:creationId xmlns:a16="http://schemas.microsoft.com/office/drawing/2014/main" id="{E1E291A3-9F39-8604-0B97-990A9E4CA43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88333257"/>
              </p:ext>
            </p:extLst>
          </p:nvPr>
        </p:nvGraphicFramePr>
        <p:xfrm>
          <a:off x="913011" y="1988840"/>
          <a:ext cx="4479876" cy="3156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9938">
                  <a:extLst>
                    <a:ext uri="{9D8B030D-6E8A-4147-A177-3AD203B41FA5}">
                      <a16:colId xmlns:a16="http://schemas.microsoft.com/office/drawing/2014/main" val="2130938110"/>
                    </a:ext>
                  </a:extLst>
                </a:gridCol>
                <a:gridCol w="2239938">
                  <a:extLst>
                    <a:ext uri="{9D8B030D-6E8A-4147-A177-3AD203B41FA5}">
                      <a16:colId xmlns:a16="http://schemas.microsoft.com/office/drawing/2014/main" val="4042162042"/>
                    </a:ext>
                  </a:extLst>
                </a:gridCol>
              </a:tblGrid>
              <a:tr h="539907">
                <a:tc>
                  <a:txBody>
                    <a:bodyPr/>
                    <a:lstStyle/>
                    <a:p>
                      <a:pPr lvl="0" algn="ctr"/>
                      <a:r>
                        <a:rPr lang="pt-BR" sz="2000" dirty="0"/>
                        <a:t>Fonte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/>
                        <a:t>Modulação </a:t>
                      </a:r>
                      <a:br>
                        <a:rPr lang="pt-BR" sz="2000" dirty="0"/>
                      </a:br>
                      <a:r>
                        <a:rPr lang="pt-BR" sz="2000" dirty="0"/>
                        <a:t>(bi R$)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028276"/>
                  </a:ext>
                </a:extLst>
              </a:tr>
              <a:tr h="49118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FV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-2.700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58044762"/>
                  </a:ext>
                </a:extLst>
              </a:tr>
              <a:tr h="49118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Hidro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-5.240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1614189"/>
                  </a:ext>
                </a:extLst>
              </a:tr>
              <a:tr h="49118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Térmica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4.460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4215854"/>
                  </a:ext>
                </a:extLst>
              </a:tr>
              <a:tr h="49118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Eólica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3.230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9236636"/>
                  </a:ext>
                </a:extLst>
              </a:tr>
              <a:tr h="491182">
                <a:tc>
                  <a:txBody>
                    <a:bodyPr/>
                    <a:lstStyle/>
                    <a:p>
                      <a:pPr lvl="1" algn="l" fontAlgn="b"/>
                      <a:r>
                        <a:rPr lang="pt-BR" sz="1800" b="0" i="0" u="none" strike="noStrike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</a:rPr>
                        <a:t>Nuclear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lvl="0" algn="ctr" defTabSz="914400" rtl="0" eaLnBrk="1" fontAlgn="b" latinLnBrk="0" hangingPunct="1"/>
                      <a:r>
                        <a:rPr lang="pt-BR" sz="1800" b="0" i="0" u="none" strike="noStrike" kern="1200" dirty="0">
                          <a:solidFill>
                            <a:schemeClr val="accent3">
                              <a:lumMod val="75000"/>
                            </a:schemeClr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-0.060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63208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9423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98D12586-9510-DBAE-C70C-D7A8675C61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93587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88FA5-3EA3-D4E3-74C7-971E9F98C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537643F-0112-F710-6AA3-E32319018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808" y="937255"/>
            <a:ext cx="7781559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53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F1541-6241-D930-9CD4-D892F1131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557D402-626C-D4D3-3C87-91FB06ECC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56" y="937255"/>
            <a:ext cx="7699263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942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7E1C2-2E55-3ED7-2864-6587F86BA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9F02F6A-9F2C-3FA1-3815-21ABF574E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56" y="923539"/>
            <a:ext cx="7699263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7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F62F6-24C0-5C6B-2815-B5729F67E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8418A0-CABA-745C-83E2-94B619203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56" y="923539"/>
            <a:ext cx="7699263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69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E3B50-F45A-DFEB-A9E1-92065B2D9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7700F32-8C88-8F9E-EAF7-26004E554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956" y="923539"/>
            <a:ext cx="7699263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60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65209DB-2D11-510D-4F5F-ACF072B8FA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19" y="937255"/>
            <a:ext cx="7818136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210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D4F50-2AF2-9537-B4A2-83069C19D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093026-263C-221C-993F-AF5A94FC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64" y="937255"/>
            <a:ext cx="7799847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BC92-C2F4-700F-BEC5-0F169CA0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399BD93-F18D-55A1-EF1E-C7B509311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64" y="923539"/>
            <a:ext cx="7799847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386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5023-EA4D-5975-DB79-BE0C9E9E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98EB0A40-6050-3602-37AC-ACB703BD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75" y="923539"/>
            <a:ext cx="8293624" cy="501092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15B4CB5-7777-370F-F42E-05F1B0046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812" y="923539"/>
            <a:ext cx="7717551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74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1028-69EC-B99E-848E-242F41413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71ADA1F9-3438-CE16-6624-2CE3F81CF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7664" y="923539"/>
            <a:ext cx="7799847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243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1CBDF-386B-F443-5C46-CA528FD8D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1F22917-EED1-BD7F-0665-9B38AD5F3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803" y="937255"/>
            <a:ext cx="7845568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35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2D64D-7595-5471-A04F-82EF614FB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063919-198B-98FA-0BD1-55EB1B6BA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19" y="937255"/>
            <a:ext cx="7818136" cy="49834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B8CA4F6-C0FB-BDD5-80C3-8AB67D398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231" y="937255"/>
            <a:ext cx="7854712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829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420B3-53BC-19C1-B6C4-6206B7019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5C2834FD-1D0F-937C-5F51-AD353549A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83" y="937255"/>
            <a:ext cx="8394209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5823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2459-2983-7C32-9CD2-3942B3E59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055481E-5532-E9A1-D75D-E87DD8A05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83" y="923539"/>
            <a:ext cx="8394209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331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E7C8A-2CA4-F995-5856-5C3A4CC0C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6DEBA4B-C911-ED0E-962B-36F1065BE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75" y="923539"/>
            <a:ext cx="8293624" cy="501092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91C5044-71D9-9925-FCE0-C8F001E1D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631" y="923539"/>
            <a:ext cx="8311912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2271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21FD-B812-BAA9-8671-611291543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EB7BDA-A47C-64C2-9CE9-291B6C21A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83" y="923539"/>
            <a:ext cx="8394209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51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18916-44A2-75AD-EE07-DD272BA0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01FA04F-B74A-7488-4138-0C5ABA51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195" y="937255"/>
            <a:ext cx="8430785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4202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03B42-DE81-4002-8560-6B44B0AD7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EFA3DA7-A175-B36E-9BBA-D783C1C62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15" y="937255"/>
            <a:ext cx="8339345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43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C8EEF-249E-B165-62EA-84DDCE25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AE1187F5-1DB9-AC26-5662-F9D345A86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915" y="923539"/>
            <a:ext cx="8339345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443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B645CFF-3141-2C75-7D21-79A6EB733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75" y="923539"/>
            <a:ext cx="8293624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939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ADD5A53-9FCB-1ACE-6CD7-2E58064E5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063" y="923539"/>
            <a:ext cx="8257048" cy="501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151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606F3F8-CED1-F757-2A85-E0A051BC1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767" y="937255"/>
            <a:ext cx="8421641" cy="498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90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43">
            <a:extLst>
              <a:ext uri="{FF2B5EF4-FFF2-40B4-BE49-F238E27FC236}">
                <a16:creationId xmlns:a16="http://schemas.microsoft.com/office/drawing/2014/main" id="{CA4D1481-10F3-AB4F-5D0F-9DF64DC5F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225" y="498475"/>
            <a:ext cx="60483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pt-BR" altLang="pt-BR" sz="1800" b="1">
                <a:solidFill>
                  <a:srgbClr val="002060"/>
                </a:solidFill>
                <a:latin typeface="Arial" panose="020B0604020202020204" pitchFamily="34" charset="0"/>
              </a:rPr>
              <a:t>TÍTULO DA APRESENTAÇÃO</a:t>
            </a:r>
          </a:p>
        </p:txBody>
      </p:sp>
      <p:sp>
        <p:nvSpPr>
          <p:cNvPr id="3075" name="Text Box 46">
            <a:extLst>
              <a:ext uri="{FF2B5EF4-FFF2-40B4-BE49-F238E27FC236}">
                <a16:creationId xmlns:a16="http://schemas.microsoft.com/office/drawing/2014/main" id="{51A3166C-7F31-76E3-D906-8A8EB5454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2988" y="785813"/>
            <a:ext cx="4392612" cy="307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22" tIns="45711" rIns="91422" bIns="45711">
            <a:spAutoFit/>
          </a:bodyPr>
          <a:lstStyle>
            <a:lvl1pPr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333333"/>
                </a:solidFill>
                <a:latin typeface="Candara" panose="020E0502030303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pt-BR" altLang="pt-BR" sz="1400" b="1">
                <a:solidFill>
                  <a:srgbClr val="0EB0A3"/>
                </a:solidFill>
                <a:latin typeface="Arial" panose="020B0604020202020204" pitchFamily="34" charset="0"/>
              </a:rPr>
              <a:t>Subtítulo da apresentação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ate PPE Apresentação modelo">
  <a:themeElements>
    <a:clrScheme name="PPE (nova id visual)">
      <a:dk1>
        <a:srgbClr val="1A2D4B"/>
      </a:dk1>
      <a:lt1>
        <a:sysClr val="window" lastClr="FFFFFF"/>
      </a:lt1>
      <a:dk2>
        <a:srgbClr val="1A2D4B"/>
      </a:dk2>
      <a:lt2>
        <a:srgbClr val="F7F3D9"/>
      </a:lt2>
      <a:accent1>
        <a:srgbClr val="24B2A4"/>
      </a:accent1>
      <a:accent2>
        <a:srgbClr val="86182D"/>
      </a:accent2>
      <a:accent3>
        <a:srgbClr val="018B58"/>
      </a:accent3>
      <a:accent4>
        <a:srgbClr val="FFB984"/>
      </a:accent4>
      <a:accent5>
        <a:srgbClr val="4BACC6"/>
      </a:accent5>
      <a:accent6>
        <a:srgbClr val="F79646"/>
      </a:accent6>
      <a:hlink>
        <a:srgbClr val="93E971"/>
      </a:hlink>
      <a:folHlink>
        <a:srgbClr val="800080"/>
      </a:folHlink>
    </a:clrScheme>
    <a:fontScheme name="Layout CRR">
      <a:majorFont>
        <a:latin typeface="Humanst521 BT"/>
        <a:ea typeface=""/>
        <a:cs typeface="Arial"/>
      </a:majorFont>
      <a:minorFont>
        <a:latin typeface="Humanst521 BT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600" b="0" i="0" u="none" strike="noStrike" cap="none" normalizeH="0" baseline="0" smtClean="0">
            <a:ln>
              <a:noFill/>
            </a:ln>
            <a:solidFill>
              <a:srgbClr val="333333"/>
            </a:solidFill>
            <a:effectLst/>
            <a:latin typeface="Candar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1600" b="0" i="0" u="none" strike="noStrike" cap="none" normalizeH="0" baseline="0" smtClean="0">
            <a:ln>
              <a:noFill/>
            </a:ln>
            <a:solidFill>
              <a:srgbClr val="333333"/>
            </a:solidFill>
            <a:effectLst/>
            <a:latin typeface="Candara" pitchFamily="34" charset="0"/>
            <a:cs typeface="Arial" charset="0"/>
          </a:defRPr>
        </a:defPPr>
      </a:lstStyle>
    </a:lnDef>
  </a:objectDefaults>
  <a:extraClrSchemeLst>
    <a:extraClrScheme>
      <a:clrScheme name="Layout CR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out CR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out CR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out CR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out CR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ayout CR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out CR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out CR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out CR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out CR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out CR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ayout CR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resentação1" id="{49309C22-BF35-4BAA-A978-B5E596520417}" vid="{6B60E8E8-55E2-435A-AEFA-DED377043A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com base Tema PPE</Template>
  <TotalTime>98</TotalTime>
  <Words>198</Words>
  <Application>Microsoft Office PowerPoint</Application>
  <PresentationFormat>Personalizar</PresentationFormat>
  <Paragraphs>52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Aptos Narrow</vt:lpstr>
      <vt:lpstr>Arial</vt:lpstr>
      <vt:lpstr>Cambria Math</vt:lpstr>
      <vt:lpstr>Candara</vt:lpstr>
      <vt:lpstr>Humanst521 BT</vt:lpstr>
      <vt:lpstr>Template PPE Apresentação modelo</vt:lpstr>
      <vt:lpstr>Apresentação do PowerPoint</vt:lpstr>
      <vt:lpstr>Matriz Elétrica</vt:lpstr>
      <vt:lpstr>Serviço de Modulação</vt:lpstr>
      <vt:lpstr>Metodologia</vt:lpstr>
      <vt:lpstr>Geração Modulada</vt:lpstr>
      <vt:lpstr>Diferença de Geração</vt:lpstr>
      <vt:lpstr>CMO para valoração</vt:lpstr>
      <vt:lpstr>Valoração da Modulação</vt:lpstr>
      <vt:lpstr>Conclusão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Veiga Velasco Costa</dc:creator>
  <cp:lastModifiedBy>Jonathan Veiga Velasco Costa</cp:lastModifiedBy>
  <cp:revision>1</cp:revision>
  <dcterms:created xsi:type="dcterms:W3CDTF">2025-06-09T00:17:49Z</dcterms:created>
  <dcterms:modified xsi:type="dcterms:W3CDTF">2025-06-09T02:26:14Z</dcterms:modified>
</cp:coreProperties>
</file>